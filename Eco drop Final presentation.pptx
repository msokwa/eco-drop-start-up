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97246-3435-7623-D606-AEE923FF1AAF}" v="186" dt="2025-09-18T18:40:47.951"/>
    <p1510:client id="{750BDFBF-C0DB-B1F7-8DAE-9701BABD8E0A}" v="34" dt="2025-09-18T18:44:54.424"/>
    <p1510:client id="{A1FC3FCE-80DB-266B-9926-D4D4041BB2EA}" v="1" dt="2025-09-18T18:45:11.975"/>
    <p1510:client id="{D966F9CA-0ABB-4C17-472B-0138499BCBCF}" v="2024" dt="2025-09-18T19:53:47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trice Raphael Msokwa" userId="S::beatrice.msokwa@ue-germany.de::5bdd384c-c096-46c2-94a5-e343dba1b3a2" providerId="AD" clId="Web-{5FB97246-3435-7623-D606-AEE923FF1AAF}"/>
    <pc:docChg chg="modSld">
      <pc:chgData name="Beatrice Raphael Msokwa" userId="S::beatrice.msokwa@ue-germany.de::5bdd384c-c096-46c2-94a5-e343dba1b3a2" providerId="AD" clId="Web-{5FB97246-3435-7623-D606-AEE923FF1AAF}" dt="2025-09-18T18:40:47.951" v="185" actId="20577"/>
      <pc:docMkLst>
        <pc:docMk/>
      </pc:docMkLst>
      <pc:sldChg chg="modSp">
        <pc:chgData name="Beatrice Raphael Msokwa" userId="S::beatrice.msokwa@ue-germany.de::5bdd384c-c096-46c2-94a5-e343dba1b3a2" providerId="AD" clId="Web-{5FB97246-3435-7623-D606-AEE923FF1AAF}" dt="2025-09-18T18:40:47.951" v="185" actId="20577"/>
        <pc:sldMkLst>
          <pc:docMk/>
          <pc:sldMk cId="109857222" sldId="256"/>
        </pc:sldMkLst>
        <pc:spChg chg="mod">
          <ac:chgData name="Beatrice Raphael Msokwa" userId="S::beatrice.msokwa@ue-germany.de::5bdd384c-c096-46c2-94a5-e343dba1b3a2" providerId="AD" clId="Web-{5FB97246-3435-7623-D606-AEE923FF1AAF}" dt="2025-09-18T18:38:42.668" v="107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eatrice Raphael Msokwa" userId="S::beatrice.msokwa@ue-germany.de::5bdd384c-c096-46c2-94a5-e343dba1b3a2" providerId="AD" clId="Web-{5FB97246-3435-7623-D606-AEE923FF1AAF}" dt="2025-09-18T18:40:47.951" v="185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Beatrice Raphael Msokwa" userId="S::beatrice.msokwa@ue-germany.de::5bdd384c-c096-46c2-94a5-e343dba1b3a2" providerId="AD" clId="Web-{750BDFBF-C0DB-B1F7-8DAE-9701BABD8E0A}"/>
    <pc:docChg chg="addSld modSld addMainMaster delMainMaster">
      <pc:chgData name="Beatrice Raphael Msokwa" userId="S::beatrice.msokwa@ue-germany.de::5bdd384c-c096-46c2-94a5-e343dba1b3a2" providerId="AD" clId="Web-{750BDFBF-C0DB-B1F7-8DAE-9701BABD8E0A}" dt="2025-09-18T18:44:54.424" v="35" actId="20577"/>
      <pc:docMkLst>
        <pc:docMk/>
      </pc:docMkLst>
      <pc:sldChg chg="addSp delSp modSp mod setBg modClrScheme setClrOvrMap chgLayout">
        <pc:chgData name="Beatrice Raphael Msokwa" userId="S::beatrice.msokwa@ue-germany.de::5bdd384c-c096-46c2-94a5-e343dba1b3a2" providerId="AD" clId="Web-{750BDFBF-C0DB-B1F7-8DAE-9701BABD8E0A}" dt="2025-09-18T18:42:05.371" v="2"/>
        <pc:sldMkLst>
          <pc:docMk/>
          <pc:sldMk cId="109857222" sldId="256"/>
        </pc:sldMkLst>
        <pc:spChg chg="mod">
          <ac:chgData name="Beatrice Raphael Msokwa" userId="S::beatrice.msokwa@ue-germany.de::5bdd384c-c096-46c2-94a5-e343dba1b3a2" providerId="AD" clId="Web-{750BDFBF-C0DB-B1F7-8DAE-9701BABD8E0A}" dt="2025-09-18T18:42:05.371" v="2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eatrice Raphael Msokwa" userId="S::beatrice.msokwa@ue-germany.de::5bdd384c-c096-46c2-94a5-e343dba1b3a2" providerId="AD" clId="Web-{750BDFBF-C0DB-B1F7-8DAE-9701BABD8E0A}" dt="2025-09-18T18:42:05.371" v="2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Beatrice Raphael Msokwa" userId="S::beatrice.msokwa@ue-germany.de::5bdd384c-c096-46c2-94a5-e343dba1b3a2" providerId="AD" clId="Web-{750BDFBF-C0DB-B1F7-8DAE-9701BABD8E0A}" dt="2025-09-18T18:42:05.293" v="1"/>
          <ac:spMkLst>
            <pc:docMk/>
            <pc:sldMk cId="109857222" sldId="256"/>
            <ac:spMk id="9" creationId="{19F9BF86-FE94-4517-B97D-026C7515E589}"/>
          </ac:spMkLst>
        </pc:spChg>
        <pc:spChg chg="add del">
          <ac:chgData name="Beatrice Raphael Msokwa" userId="S::beatrice.msokwa@ue-germany.de::5bdd384c-c096-46c2-94a5-e343dba1b3a2" providerId="AD" clId="Web-{750BDFBF-C0DB-B1F7-8DAE-9701BABD8E0A}" dt="2025-09-18T18:42:05.293" v="1"/>
          <ac:spMkLst>
            <pc:docMk/>
            <pc:sldMk cId="109857222" sldId="256"/>
            <ac:spMk id="11" creationId="{D50741CA-59A3-4426-8205-D763C968E879}"/>
          </ac:spMkLst>
        </pc:spChg>
        <pc:spChg chg="add">
          <ac:chgData name="Beatrice Raphael Msokwa" userId="S::beatrice.msokwa@ue-germany.de::5bdd384c-c096-46c2-94a5-e343dba1b3a2" providerId="AD" clId="Web-{750BDFBF-C0DB-B1F7-8DAE-9701BABD8E0A}" dt="2025-09-18T18:42:05.371" v="2"/>
          <ac:spMkLst>
            <pc:docMk/>
            <pc:sldMk cId="109857222" sldId="256"/>
            <ac:spMk id="19" creationId="{660EB578-C970-4186-B93C-45851BBC6E34}"/>
          </ac:spMkLst>
        </pc:spChg>
        <pc:picChg chg="add del">
          <ac:chgData name="Beatrice Raphael Msokwa" userId="S::beatrice.msokwa@ue-germany.de::5bdd384c-c096-46c2-94a5-e343dba1b3a2" providerId="AD" clId="Web-{750BDFBF-C0DB-B1F7-8DAE-9701BABD8E0A}" dt="2025-09-18T18:42:05.293" v="1"/>
          <ac:picMkLst>
            <pc:docMk/>
            <pc:sldMk cId="109857222" sldId="256"/>
            <ac:picMk id="4" creationId="{8B91A120-3858-2957-7EBF-D8DA1E5E939B}"/>
          </ac:picMkLst>
        </pc:picChg>
        <pc:picChg chg="add">
          <ac:chgData name="Beatrice Raphael Msokwa" userId="S::beatrice.msokwa@ue-germany.de::5bdd384c-c096-46c2-94a5-e343dba1b3a2" providerId="AD" clId="Web-{750BDFBF-C0DB-B1F7-8DAE-9701BABD8E0A}" dt="2025-09-18T18:42:05.371" v="2"/>
          <ac:picMkLst>
            <pc:docMk/>
            <pc:sldMk cId="109857222" sldId="256"/>
            <ac:picMk id="20" creationId="{55DC0F0C-86ED-4951-2451-874F83321FAA}"/>
          </ac:picMkLst>
        </pc:picChg>
        <pc:cxnChg chg="add del">
          <ac:chgData name="Beatrice Raphael Msokwa" userId="S::beatrice.msokwa@ue-germany.de::5bdd384c-c096-46c2-94a5-e343dba1b3a2" providerId="AD" clId="Web-{750BDFBF-C0DB-B1F7-8DAE-9701BABD8E0A}" dt="2025-09-18T18:42:05.293" v="1"/>
          <ac:cxnSpMkLst>
            <pc:docMk/>
            <pc:sldMk cId="109857222" sldId="256"/>
            <ac:cxnSpMk id="13" creationId="{B05D162C-996E-4B39-A3EF-DB9D0EEF2E33}"/>
          </ac:cxnSpMkLst>
        </pc:cxnChg>
        <pc:cxnChg chg="add">
          <ac:chgData name="Beatrice Raphael Msokwa" userId="S::beatrice.msokwa@ue-germany.de::5bdd384c-c096-46c2-94a5-e343dba1b3a2" providerId="AD" clId="Web-{750BDFBF-C0DB-B1F7-8DAE-9701BABD8E0A}" dt="2025-09-18T18:42:05.371" v="2"/>
          <ac:cxnSpMkLst>
            <pc:docMk/>
            <pc:sldMk cId="109857222" sldId="256"/>
            <ac:cxnSpMk id="15" creationId="{CDF57B02-07BB-407B-BB36-06D9C64A673E}"/>
          </ac:cxnSpMkLst>
        </pc:cxnChg>
        <pc:cxnChg chg="add">
          <ac:chgData name="Beatrice Raphael Msokwa" userId="S::beatrice.msokwa@ue-germany.de::5bdd384c-c096-46c2-94a5-e343dba1b3a2" providerId="AD" clId="Web-{750BDFBF-C0DB-B1F7-8DAE-9701BABD8E0A}" dt="2025-09-18T18:42:05.371" v="2"/>
          <ac:cxnSpMkLst>
            <pc:docMk/>
            <pc:sldMk cId="109857222" sldId="256"/>
            <ac:cxnSpMk id="16" creationId="{F64F9B95-9045-48D2-B9F3-2927E98F54AA}"/>
          </ac:cxnSpMkLst>
        </pc:cxnChg>
        <pc:cxnChg chg="add">
          <ac:chgData name="Beatrice Raphael Msokwa" userId="S::beatrice.msokwa@ue-germany.de::5bdd384c-c096-46c2-94a5-e343dba1b3a2" providerId="AD" clId="Web-{750BDFBF-C0DB-B1F7-8DAE-9701BABD8E0A}" dt="2025-09-18T18:42:05.371" v="2"/>
          <ac:cxnSpMkLst>
            <pc:docMk/>
            <pc:sldMk cId="109857222" sldId="256"/>
            <ac:cxnSpMk id="17" creationId="{C6855964-C920-48EB-8804-74291211C8A9}"/>
          </ac:cxnSpMkLst>
        </pc:cxnChg>
        <pc:cxnChg chg="add">
          <ac:chgData name="Beatrice Raphael Msokwa" userId="S::beatrice.msokwa@ue-germany.de::5bdd384c-c096-46c2-94a5-e343dba1b3a2" providerId="AD" clId="Web-{750BDFBF-C0DB-B1F7-8DAE-9701BABD8E0A}" dt="2025-09-18T18:42:05.371" v="2"/>
          <ac:cxnSpMkLst>
            <pc:docMk/>
            <pc:sldMk cId="109857222" sldId="256"/>
            <ac:cxnSpMk id="18" creationId="{085AA86F-6A4D-4BCB-A045-D992CDC2959B}"/>
          </ac:cxnSpMkLst>
        </pc:cxnChg>
      </pc:sldChg>
      <pc:sldChg chg="modSp new">
        <pc:chgData name="Beatrice Raphael Msokwa" userId="S::beatrice.msokwa@ue-germany.de::5bdd384c-c096-46c2-94a5-e343dba1b3a2" providerId="AD" clId="Web-{750BDFBF-C0DB-B1F7-8DAE-9701BABD8E0A}" dt="2025-09-18T18:44:54.424" v="35" actId="20577"/>
        <pc:sldMkLst>
          <pc:docMk/>
          <pc:sldMk cId="631774380" sldId="257"/>
        </pc:sldMkLst>
        <pc:spChg chg="mod">
          <ac:chgData name="Beatrice Raphael Msokwa" userId="S::beatrice.msokwa@ue-germany.de::5bdd384c-c096-46c2-94a5-e343dba1b3a2" providerId="AD" clId="Web-{750BDFBF-C0DB-B1F7-8DAE-9701BABD8E0A}" dt="2025-09-18T18:42:50.420" v="16" actId="20577"/>
          <ac:spMkLst>
            <pc:docMk/>
            <pc:sldMk cId="631774380" sldId="257"/>
            <ac:spMk id="2" creationId="{092F9E81-136A-1AB8-99C3-3415089E70D7}"/>
          </ac:spMkLst>
        </pc:spChg>
        <pc:spChg chg="mod">
          <ac:chgData name="Beatrice Raphael Msokwa" userId="S::beatrice.msokwa@ue-germany.de::5bdd384c-c096-46c2-94a5-e343dba1b3a2" providerId="AD" clId="Web-{750BDFBF-C0DB-B1F7-8DAE-9701BABD8E0A}" dt="2025-09-18T18:44:54.424" v="35" actId="20577"/>
          <ac:spMkLst>
            <pc:docMk/>
            <pc:sldMk cId="631774380" sldId="257"/>
            <ac:spMk id="3" creationId="{5F107815-5AD5-FBAB-ED3F-3FF3C6E377BC}"/>
          </ac:spMkLst>
        </pc:spChg>
      </pc:sldChg>
      <pc:sldChg chg="new">
        <pc:chgData name="Beatrice Raphael Msokwa" userId="S::beatrice.msokwa@ue-germany.de::5bdd384c-c096-46c2-94a5-e343dba1b3a2" providerId="AD" clId="Web-{750BDFBF-C0DB-B1F7-8DAE-9701BABD8E0A}" dt="2025-09-18T18:42:24.778" v="4"/>
        <pc:sldMkLst>
          <pc:docMk/>
          <pc:sldMk cId="4210696119" sldId="258"/>
        </pc:sldMkLst>
      </pc:sldChg>
      <pc:sldChg chg="new">
        <pc:chgData name="Beatrice Raphael Msokwa" userId="S::beatrice.msokwa@ue-germany.de::5bdd384c-c096-46c2-94a5-e343dba1b3a2" providerId="AD" clId="Web-{750BDFBF-C0DB-B1F7-8DAE-9701BABD8E0A}" dt="2025-09-18T18:42:26.247" v="5"/>
        <pc:sldMkLst>
          <pc:docMk/>
          <pc:sldMk cId="2461342426" sldId="259"/>
        </pc:sldMkLst>
      </pc:sldChg>
      <pc:sldMasterChg chg="add del addSldLayout delSldLayout">
        <pc:chgData name="Beatrice Raphael Msokwa" userId="S::beatrice.msokwa@ue-germany.de::5bdd384c-c096-46c2-94a5-e343dba1b3a2" providerId="AD" clId="Web-{750BDFBF-C0DB-B1F7-8DAE-9701BABD8E0A}" dt="2025-09-18T18:42:05.371" v="2"/>
        <pc:sldMasterMkLst>
          <pc:docMk/>
          <pc:sldMasterMk cId="2460954070" sldId="2147483660"/>
        </pc:sldMasterMkLst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Beatrice Raphael Msokwa" userId="S::beatrice.msokwa@ue-germany.de::5bdd384c-c096-46c2-94a5-e343dba1b3a2" providerId="AD" clId="Web-{750BDFBF-C0DB-B1F7-8DAE-9701BABD8E0A}" dt="2025-09-18T18:42:05.293" v="1"/>
        <pc:sldMasterMkLst>
          <pc:docMk/>
          <pc:sldMasterMk cId="1413955567" sldId="2147483672"/>
        </pc:sldMasterMkLst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1133332581" sldId="2147483673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1267256363" sldId="2147483674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20666156" sldId="2147483675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3278346841" sldId="2147483676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1713922646" sldId="2147483677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3202390810" sldId="2147483678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1881887584" sldId="2147483679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2869802669" sldId="2147483680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3191788607" sldId="2147483681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2333652801" sldId="2147483682"/>
          </pc:sldLayoutMkLst>
        </pc:sldLayoutChg>
        <pc:sldLayoutChg chg="add del">
          <pc:chgData name="Beatrice Raphael Msokwa" userId="S::beatrice.msokwa@ue-germany.de::5bdd384c-c096-46c2-94a5-e343dba1b3a2" providerId="AD" clId="Web-{750BDFBF-C0DB-B1F7-8DAE-9701BABD8E0A}" dt="2025-09-18T18:42:05.293" v="1"/>
          <pc:sldLayoutMkLst>
            <pc:docMk/>
            <pc:sldMasterMk cId="1413955567" sldId="2147483672"/>
            <pc:sldLayoutMk cId="1426904174" sldId="2147483683"/>
          </pc:sldLayoutMkLst>
        </pc:sldLayoutChg>
      </pc:sldMasterChg>
      <pc:sldMasterChg chg="add addSldLayout">
        <pc:chgData name="Beatrice Raphael Msokwa" userId="S::beatrice.msokwa@ue-germany.de::5bdd384c-c096-46c2-94a5-e343dba1b3a2" providerId="AD" clId="Web-{750BDFBF-C0DB-B1F7-8DAE-9701BABD8E0A}" dt="2025-09-18T18:42:05.371" v="2"/>
        <pc:sldMasterMkLst>
          <pc:docMk/>
          <pc:sldMasterMk cId="1675524776" sldId="2147483695"/>
        </pc:sldMasterMkLst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3211632335" sldId="2147483684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1048937480" sldId="2147483685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3650023627" sldId="2147483686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133136218" sldId="2147483687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2044070875" sldId="2147483688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273961266" sldId="2147483689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4186609349" sldId="2147483690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3127324756" sldId="2147483691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3667248448" sldId="2147483692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2937646605" sldId="2147483693"/>
          </pc:sldLayoutMkLst>
        </pc:sldLayoutChg>
        <pc:sldLayoutChg chg="add">
          <pc:chgData name="Beatrice Raphael Msokwa" userId="S::beatrice.msokwa@ue-germany.de::5bdd384c-c096-46c2-94a5-e343dba1b3a2" providerId="AD" clId="Web-{750BDFBF-C0DB-B1F7-8DAE-9701BABD8E0A}" dt="2025-09-18T18:42:05.371" v="2"/>
          <pc:sldLayoutMkLst>
            <pc:docMk/>
            <pc:sldMasterMk cId="1675524776" sldId="2147483695"/>
            <pc:sldLayoutMk cId="3276924041" sldId="2147483694"/>
          </pc:sldLayoutMkLst>
        </pc:sldLayoutChg>
      </pc:sldMasterChg>
    </pc:docChg>
  </pc:docChgLst>
  <pc:docChgLst>
    <pc:chgData name="Beatrice Raphael Msokwa" userId="S::beatrice.msokwa@ue-germany.de::5bdd384c-c096-46c2-94a5-e343dba1b3a2" providerId="AD" clId="Web-{D966F9CA-0ABB-4C17-472B-0138499BCBCF}"/>
    <pc:docChg chg="addSld modSld">
      <pc:chgData name="Beatrice Raphael Msokwa" userId="S::beatrice.msokwa@ue-germany.de::5bdd384c-c096-46c2-94a5-e343dba1b3a2" providerId="AD" clId="Web-{D966F9CA-0ABB-4C17-472B-0138499BCBCF}" dt="2025-09-18T19:54:14.226" v="2034"/>
      <pc:docMkLst>
        <pc:docMk/>
      </pc:docMkLst>
      <pc:sldChg chg="addSp modSp mod setBg">
        <pc:chgData name="Beatrice Raphael Msokwa" userId="S::beatrice.msokwa@ue-germany.de::5bdd384c-c096-46c2-94a5-e343dba1b3a2" providerId="AD" clId="Web-{D966F9CA-0ABB-4C17-472B-0138499BCBCF}" dt="2025-09-18T18:51:38.042" v="204"/>
        <pc:sldMkLst>
          <pc:docMk/>
          <pc:sldMk cId="631774380" sldId="257"/>
        </pc:sldMkLst>
        <pc:spChg chg="mod">
          <ac:chgData name="Beatrice Raphael Msokwa" userId="S::beatrice.msokwa@ue-germany.de::5bdd384c-c096-46c2-94a5-e343dba1b3a2" providerId="AD" clId="Web-{D966F9CA-0ABB-4C17-472B-0138499BCBCF}" dt="2025-09-18T18:51:38.042" v="204"/>
          <ac:spMkLst>
            <pc:docMk/>
            <pc:sldMk cId="631774380" sldId="257"/>
            <ac:spMk id="2" creationId="{092F9E81-136A-1AB8-99C3-3415089E70D7}"/>
          </ac:spMkLst>
        </pc:spChg>
        <pc:spChg chg="mod">
          <ac:chgData name="Beatrice Raphael Msokwa" userId="S::beatrice.msokwa@ue-germany.de::5bdd384c-c096-46c2-94a5-e343dba1b3a2" providerId="AD" clId="Web-{D966F9CA-0ABB-4C17-472B-0138499BCBCF}" dt="2025-09-18T18:51:38.042" v="204"/>
          <ac:spMkLst>
            <pc:docMk/>
            <pc:sldMk cId="631774380" sldId="257"/>
            <ac:spMk id="3" creationId="{5F107815-5AD5-FBAB-ED3F-3FF3C6E377BC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8:51:38.042" v="204"/>
          <ac:spMkLst>
            <pc:docMk/>
            <pc:sldMk cId="631774380" sldId="257"/>
            <ac:spMk id="9" creationId="{660EB578-C970-4186-B93C-45851BBC6E34}"/>
          </ac:spMkLst>
        </pc:spChg>
        <pc:picChg chg="add">
          <ac:chgData name="Beatrice Raphael Msokwa" userId="S::beatrice.msokwa@ue-germany.de::5bdd384c-c096-46c2-94a5-e343dba1b3a2" providerId="AD" clId="Web-{D966F9CA-0ABB-4C17-472B-0138499BCBCF}" dt="2025-09-18T18:51:38.042" v="204"/>
          <ac:picMkLst>
            <pc:docMk/>
            <pc:sldMk cId="631774380" sldId="257"/>
            <ac:picMk id="5" creationId="{D911AAE3-0185-A57B-C4EA-3390F5842B56}"/>
          </ac:picMkLst>
        </pc:picChg>
        <pc:cxnChg chg="add">
          <ac:chgData name="Beatrice Raphael Msokwa" userId="S::beatrice.msokwa@ue-germany.de::5bdd384c-c096-46c2-94a5-e343dba1b3a2" providerId="AD" clId="Web-{D966F9CA-0ABB-4C17-472B-0138499BCBCF}" dt="2025-09-18T18:51:38.042" v="204"/>
          <ac:cxnSpMkLst>
            <pc:docMk/>
            <pc:sldMk cId="631774380" sldId="257"/>
            <ac:cxnSpMk id="11" creationId="{CDF57B02-07BB-407B-BB36-06D9C64A673E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8:51:38.042" v="204"/>
          <ac:cxnSpMkLst>
            <pc:docMk/>
            <pc:sldMk cId="631774380" sldId="257"/>
            <ac:cxnSpMk id="13" creationId="{C6855964-C920-48EB-8804-74291211C8A9}"/>
          </ac:cxnSpMkLst>
        </pc:cxnChg>
      </pc:sldChg>
      <pc:sldChg chg="addSp delSp modSp mod setBg">
        <pc:chgData name="Beatrice Raphael Msokwa" userId="S::beatrice.msokwa@ue-germany.de::5bdd384c-c096-46c2-94a5-e343dba1b3a2" providerId="AD" clId="Web-{D966F9CA-0ABB-4C17-472B-0138499BCBCF}" dt="2025-09-18T19:51:03.400" v="2005"/>
        <pc:sldMkLst>
          <pc:docMk/>
          <pc:sldMk cId="4210696119" sldId="258"/>
        </pc:sldMkLst>
        <pc:spChg chg="mod">
          <ac:chgData name="Beatrice Raphael Msokwa" userId="S::beatrice.msokwa@ue-germany.de::5bdd384c-c096-46c2-94a5-e343dba1b3a2" providerId="AD" clId="Web-{D966F9CA-0ABB-4C17-472B-0138499BCBCF}" dt="2025-09-18T19:51:03.400" v="2005"/>
          <ac:spMkLst>
            <pc:docMk/>
            <pc:sldMk cId="4210696119" sldId="258"/>
            <ac:spMk id="2" creationId="{7128F0A1-8CD0-60FF-C4D2-7531FAA684C2}"/>
          </ac:spMkLst>
        </pc:spChg>
        <pc:spChg chg="mod">
          <ac:chgData name="Beatrice Raphael Msokwa" userId="S::beatrice.msokwa@ue-germany.de::5bdd384c-c096-46c2-94a5-e343dba1b3a2" providerId="AD" clId="Web-{D966F9CA-0ABB-4C17-472B-0138499BCBCF}" dt="2025-09-18T19:51:03.400" v="2005"/>
          <ac:spMkLst>
            <pc:docMk/>
            <pc:sldMk cId="4210696119" sldId="258"/>
            <ac:spMk id="3" creationId="{D6286F59-0E7E-4836-3F1D-9B99296397AE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0:21.399" v="1996"/>
          <ac:spMkLst>
            <pc:docMk/>
            <pc:sldMk cId="4210696119" sldId="258"/>
            <ac:spMk id="9" creationId="{660EB578-C970-4186-B93C-45851BBC6E34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0:24.603" v="1998"/>
          <ac:spMkLst>
            <pc:docMk/>
            <pc:sldMk cId="4210696119" sldId="258"/>
            <ac:spMk id="10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0:37.384" v="2000"/>
          <ac:spMkLst>
            <pc:docMk/>
            <pc:sldMk cId="4210696119" sldId="258"/>
            <ac:spMk id="16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0:39.978" v="2002"/>
          <ac:spMkLst>
            <pc:docMk/>
            <pc:sldMk cId="4210696119" sldId="258"/>
            <ac:spMk id="20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1:03.369" v="2004"/>
          <ac:spMkLst>
            <pc:docMk/>
            <pc:sldMk cId="4210696119" sldId="258"/>
            <ac:spMk id="24" creationId="{E49D7415-2F11-44C2-B6AA-13A25B6814B9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1:03.400" v="2005"/>
          <ac:spMkLst>
            <pc:docMk/>
            <pc:sldMk cId="4210696119" sldId="258"/>
            <ac:spMk id="28" creationId="{660EB578-C970-4186-B93C-45851BBC6E34}"/>
          </ac:spMkLst>
        </pc:spChg>
        <pc:picChg chg="add del">
          <ac:chgData name="Beatrice Raphael Msokwa" userId="S::beatrice.msokwa@ue-germany.de::5bdd384c-c096-46c2-94a5-e343dba1b3a2" providerId="AD" clId="Web-{D966F9CA-0ABB-4C17-472B-0138499BCBCF}" dt="2025-09-18T19:50:21.399" v="1996"/>
          <ac:picMkLst>
            <pc:docMk/>
            <pc:sldMk cId="4210696119" sldId="258"/>
            <ac:picMk id="5" creationId="{698F0972-BC9E-5493-43EA-0EA11BECDE5E}"/>
          </ac:picMkLst>
        </pc:picChg>
        <pc:picChg chg="add del">
          <ac:chgData name="Beatrice Raphael Msokwa" userId="S::beatrice.msokwa@ue-germany.de::5bdd384c-c096-46c2-94a5-e343dba1b3a2" providerId="AD" clId="Web-{D966F9CA-0ABB-4C17-472B-0138499BCBCF}" dt="2025-09-18T19:50:24.603" v="1998"/>
          <ac:picMkLst>
            <pc:docMk/>
            <pc:sldMk cId="4210696119" sldId="258"/>
            <ac:picMk id="7" creationId="{9C6DBCDB-D3FE-88A7-B7B0-892571F9C8CD}"/>
          </ac:picMkLst>
        </pc:picChg>
        <pc:picChg chg="add del">
          <ac:chgData name="Beatrice Raphael Msokwa" userId="S::beatrice.msokwa@ue-germany.de::5bdd384c-c096-46c2-94a5-e343dba1b3a2" providerId="AD" clId="Web-{D966F9CA-0ABB-4C17-472B-0138499BCBCF}" dt="2025-09-18T19:50:37.384" v="2000"/>
          <ac:picMkLst>
            <pc:docMk/>
            <pc:sldMk cId="4210696119" sldId="258"/>
            <ac:picMk id="17" creationId="{56D43E5F-F99F-181C-E66F-D0D737277C01}"/>
          </ac:picMkLst>
        </pc:picChg>
        <pc:picChg chg="add del">
          <ac:chgData name="Beatrice Raphael Msokwa" userId="S::beatrice.msokwa@ue-germany.de::5bdd384c-c096-46c2-94a5-e343dba1b3a2" providerId="AD" clId="Web-{D966F9CA-0ABB-4C17-472B-0138499BCBCF}" dt="2025-09-18T19:50:39.978" v="2002"/>
          <ac:picMkLst>
            <pc:docMk/>
            <pc:sldMk cId="4210696119" sldId="258"/>
            <ac:picMk id="22" creationId="{FEA6F1FD-609D-2167-D59A-C8AF9CD425AA}"/>
          </ac:picMkLst>
        </pc:picChg>
        <pc:picChg chg="add del">
          <ac:chgData name="Beatrice Raphael Msokwa" userId="S::beatrice.msokwa@ue-germany.de::5bdd384c-c096-46c2-94a5-e343dba1b3a2" providerId="AD" clId="Web-{D966F9CA-0ABB-4C17-472B-0138499BCBCF}" dt="2025-09-18T19:51:03.369" v="2004"/>
          <ac:picMkLst>
            <pc:docMk/>
            <pc:sldMk cId="4210696119" sldId="258"/>
            <ac:picMk id="26" creationId="{055DC37C-BC02-5430-16DA-4A65FDC09F39}"/>
          </ac:picMkLst>
        </pc:picChg>
        <pc:picChg chg="add">
          <ac:chgData name="Beatrice Raphael Msokwa" userId="S::beatrice.msokwa@ue-germany.de::5bdd384c-c096-46c2-94a5-e343dba1b3a2" providerId="AD" clId="Web-{D966F9CA-0ABB-4C17-472B-0138499BCBCF}" dt="2025-09-18T19:51:03.400" v="2005"/>
          <ac:picMkLst>
            <pc:docMk/>
            <pc:sldMk cId="4210696119" sldId="258"/>
            <ac:picMk id="29" creationId="{698F0972-BC9E-5493-43EA-0EA11BECDE5E}"/>
          </ac:picMkLst>
        </pc:picChg>
        <pc:cxnChg chg="add del">
          <ac:chgData name="Beatrice Raphael Msokwa" userId="S::beatrice.msokwa@ue-germany.de::5bdd384c-c096-46c2-94a5-e343dba1b3a2" providerId="AD" clId="Web-{D966F9CA-0ABB-4C17-472B-0138499BCBCF}" dt="2025-09-18T19:50:21.399" v="1996"/>
          <ac:cxnSpMkLst>
            <pc:docMk/>
            <pc:sldMk cId="4210696119" sldId="258"/>
            <ac:cxnSpMk id="11" creationId="{CDF57B02-07BB-407B-BB36-06D9C64A673E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0:24.603" v="1998"/>
          <ac:cxnSpMkLst>
            <pc:docMk/>
            <pc:sldMk cId="4210696119" sldId="258"/>
            <ac:cxnSpMk id="12" creationId="{8E813B4C-6731-0B72-5252-A79AB0E20B58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0:21.399" v="1996"/>
          <ac:cxnSpMkLst>
            <pc:docMk/>
            <pc:sldMk cId="4210696119" sldId="258"/>
            <ac:cxnSpMk id="13" creationId="{C6855964-C920-48EB-8804-74291211C8A9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0:24.603" v="1998"/>
          <ac:cxnSpMkLst>
            <pc:docMk/>
            <pc:sldMk cId="4210696119" sldId="258"/>
            <ac:cxnSpMk id="14" creationId="{6E0E8146-6E65-2E6C-0C86-547E3C925406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0:37.384" v="2000"/>
          <ac:cxnSpMkLst>
            <pc:docMk/>
            <pc:sldMk cId="4210696119" sldId="258"/>
            <ac:cxnSpMk id="18" creationId="{D2E57F3D-33BE-4306-87E6-245763719516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0:39.978" v="2002"/>
          <ac:cxnSpMkLst>
            <pc:docMk/>
            <pc:sldMk cId="4210696119" sldId="258"/>
            <ac:cxnSpMk id="21" creationId="{3815BE95-1337-20E2-B2EF-5DA486F72FCB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1:03.369" v="2004"/>
          <ac:cxnSpMkLst>
            <pc:docMk/>
            <pc:sldMk cId="4210696119" sldId="258"/>
            <ac:cxnSpMk id="25" creationId="{F2B951FD-94F7-E138-3EC2-A66A551D9137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1:03.400" v="2005"/>
          <ac:cxnSpMkLst>
            <pc:docMk/>
            <pc:sldMk cId="4210696119" sldId="258"/>
            <ac:cxnSpMk id="30" creationId="{CDF57B02-07BB-407B-BB36-06D9C64A673E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1:03.400" v="2005"/>
          <ac:cxnSpMkLst>
            <pc:docMk/>
            <pc:sldMk cId="4210696119" sldId="258"/>
            <ac:cxnSpMk id="31" creationId="{C6855964-C920-48EB-8804-74291211C8A9}"/>
          </ac:cxnSpMkLst>
        </pc:cxnChg>
      </pc:sldChg>
      <pc:sldChg chg="modSp">
        <pc:chgData name="Beatrice Raphael Msokwa" userId="S::beatrice.msokwa@ue-germany.de::5bdd384c-c096-46c2-94a5-e343dba1b3a2" providerId="AD" clId="Web-{D966F9CA-0ABB-4C17-472B-0138499BCBCF}" dt="2025-09-18T19:02:46.079" v="591" actId="20577"/>
        <pc:sldMkLst>
          <pc:docMk/>
          <pc:sldMk cId="2461342426" sldId="259"/>
        </pc:sldMkLst>
        <pc:spChg chg="mod">
          <ac:chgData name="Beatrice Raphael Msokwa" userId="S::beatrice.msokwa@ue-germany.de::5bdd384c-c096-46c2-94a5-e343dba1b3a2" providerId="AD" clId="Web-{D966F9CA-0ABB-4C17-472B-0138499BCBCF}" dt="2025-09-18T19:00:23.536" v="524" actId="20577"/>
          <ac:spMkLst>
            <pc:docMk/>
            <pc:sldMk cId="2461342426" sldId="259"/>
            <ac:spMk id="2" creationId="{86467546-4C63-7E9C-6890-987CDC180543}"/>
          </ac:spMkLst>
        </pc:spChg>
        <pc:spChg chg="mod">
          <ac:chgData name="Beatrice Raphael Msokwa" userId="S::beatrice.msokwa@ue-germany.de::5bdd384c-c096-46c2-94a5-e343dba1b3a2" providerId="AD" clId="Web-{D966F9CA-0ABB-4C17-472B-0138499BCBCF}" dt="2025-09-18T19:02:46.079" v="591" actId="20577"/>
          <ac:spMkLst>
            <pc:docMk/>
            <pc:sldMk cId="2461342426" sldId="259"/>
            <ac:spMk id="3" creationId="{DFD3B45B-4458-A8AC-36E7-3E35304C9AC0}"/>
          </ac:spMkLst>
        </pc:spChg>
      </pc:sldChg>
      <pc:sldChg chg="addSp delSp modSp new mod setBg">
        <pc:chgData name="Beatrice Raphael Msokwa" userId="S::beatrice.msokwa@ue-germany.de::5bdd384c-c096-46c2-94a5-e343dba1b3a2" providerId="AD" clId="Web-{D966F9CA-0ABB-4C17-472B-0138499BCBCF}" dt="2025-09-18T19:51:34.775" v="2008"/>
        <pc:sldMkLst>
          <pc:docMk/>
          <pc:sldMk cId="2212032803" sldId="260"/>
        </pc:sldMkLst>
        <pc:spChg chg="mod">
          <ac:chgData name="Beatrice Raphael Msokwa" userId="S::beatrice.msokwa@ue-germany.de::5bdd384c-c096-46c2-94a5-e343dba1b3a2" providerId="AD" clId="Web-{D966F9CA-0ABB-4C17-472B-0138499BCBCF}" dt="2025-09-18T19:51:34.775" v="2008"/>
          <ac:spMkLst>
            <pc:docMk/>
            <pc:sldMk cId="2212032803" sldId="260"/>
            <ac:spMk id="2" creationId="{5C419430-FDE3-1BDB-3DEB-C2F37A199181}"/>
          </ac:spMkLst>
        </pc:spChg>
        <pc:spChg chg="mod">
          <ac:chgData name="Beatrice Raphael Msokwa" userId="S::beatrice.msokwa@ue-germany.de::5bdd384c-c096-46c2-94a5-e343dba1b3a2" providerId="AD" clId="Web-{D966F9CA-0ABB-4C17-472B-0138499BCBCF}" dt="2025-09-18T19:51:34.775" v="2008"/>
          <ac:spMkLst>
            <pc:docMk/>
            <pc:sldMk cId="2212032803" sldId="260"/>
            <ac:spMk id="3" creationId="{37F851E3-B01A-4AA6-B22D-24F1BBC3802D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1:34.744" v="2007"/>
          <ac:spMkLst>
            <pc:docMk/>
            <pc:sldMk cId="2212032803" sldId="260"/>
            <ac:spMk id="9" creationId="{E49D7415-2F11-44C2-B6AA-13A25B6814B9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1:34.775" v="2008"/>
          <ac:spMkLst>
            <pc:docMk/>
            <pc:sldMk cId="2212032803" sldId="260"/>
            <ac:spMk id="13" creationId="{E49D7415-2F11-44C2-B6AA-13A25B6814B9}"/>
          </ac:spMkLst>
        </pc:spChg>
        <pc:picChg chg="add del">
          <ac:chgData name="Beatrice Raphael Msokwa" userId="S::beatrice.msokwa@ue-germany.de::5bdd384c-c096-46c2-94a5-e343dba1b3a2" providerId="AD" clId="Web-{D966F9CA-0ABB-4C17-472B-0138499BCBCF}" dt="2025-09-18T19:51:34.744" v="2007"/>
          <ac:picMkLst>
            <pc:docMk/>
            <pc:sldMk cId="2212032803" sldId="260"/>
            <ac:picMk id="5" creationId="{3C340514-6570-DF66-25FC-1002E809F6DF}"/>
          </ac:picMkLst>
        </pc:picChg>
        <pc:picChg chg="add">
          <ac:chgData name="Beatrice Raphael Msokwa" userId="S::beatrice.msokwa@ue-germany.de::5bdd384c-c096-46c2-94a5-e343dba1b3a2" providerId="AD" clId="Web-{D966F9CA-0ABB-4C17-472B-0138499BCBCF}" dt="2025-09-18T19:51:34.775" v="2008"/>
          <ac:picMkLst>
            <pc:docMk/>
            <pc:sldMk cId="2212032803" sldId="260"/>
            <ac:picMk id="15" creationId="{92AAB39F-4DC8-AEF1-2DDB-12DDEFB0BDCC}"/>
          </ac:picMkLst>
        </pc:picChg>
        <pc:cxnChg chg="add del">
          <ac:chgData name="Beatrice Raphael Msokwa" userId="S::beatrice.msokwa@ue-germany.de::5bdd384c-c096-46c2-94a5-e343dba1b3a2" providerId="AD" clId="Web-{D966F9CA-0ABB-4C17-472B-0138499BCBCF}" dt="2025-09-18T19:51:34.744" v="2007"/>
          <ac:cxnSpMkLst>
            <pc:docMk/>
            <pc:sldMk cId="2212032803" sldId="260"/>
            <ac:cxnSpMk id="11" creationId="{D2E57F3D-33BE-4306-87E6-245763719516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1:34.775" v="2008"/>
          <ac:cxnSpMkLst>
            <pc:docMk/>
            <pc:sldMk cId="2212032803" sldId="260"/>
            <ac:cxnSpMk id="14" creationId="{F2B951FD-94F7-E138-3EC2-A66A551D9137}"/>
          </ac:cxnSpMkLst>
        </pc:cxnChg>
      </pc:sldChg>
      <pc:sldChg chg="addSp delSp modSp new mod setBg">
        <pc:chgData name="Beatrice Raphael Msokwa" userId="S::beatrice.msokwa@ue-germany.de::5bdd384c-c096-46c2-94a5-e343dba1b3a2" providerId="AD" clId="Web-{D966F9CA-0ABB-4C17-472B-0138499BCBCF}" dt="2025-09-18T19:51:47.041" v="2011"/>
        <pc:sldMkLst>
          <pc:docMk/>
          <pc:sldMk cId="1465890034" sldId="261"/>
        </pc:sldMkLst>
        <pc:spChg chg="mod">
          <ac:chgData name="Beatrice Raphael Msokwa" userId="S::beatrice.msokwa@ue-germany.de::5bdd384c-c096-46c2-94a5-e343dba1b3a2" providerId="AD" clId="Web-{D966F9CA-0ABB-4C17-472B-0138499BCBCF}" dt="2025-09-18T19:51:47.041" v="2011"/>
          <ac:spMkLst>
            <pc:docMk/>
            <pc:sldMk cId="1465890034" sldId="261"/>
            <ac:spMk id="2" creationId="{85C6A580-1DB2-DAA7-982A-A23D962E52F1}"/>
          </ac:spMkLst>
        </pc:spChg>
        <pc:spChg chg="mod">
          <ac:chgData name="Beatrice Raphael Msokwa" userId="S::beatrice.msokwa@ue-germany.de::5bdd384c-c096-46c2-94a5-e343dba1b3a2" providerId="AD" clId="Web-{D966F9CA-0ABB-4C17-472B-0138499BCBCF}" dt="2025-09-18T19:51:47.041" v="2011"/>
          <ac:spMkLst>
            <pc:docMk/>
            <pc:sldMk cId="1465890034" sldId="261"/>
            <ac:spMk id="3" creationId="{8CFD7BE7-2635-42EE-15E4-133116B34EE0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1:47.026" v="2010"/>
          <ac:spMkLst>
            <pc:docMk/>
            <pc:sldMk cId="1465890034" sldId="261"/>
            <ac:spMk id="9" creationId="{E49D7415-2F11-44C2-B6AA-13A25B6814B9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1:47.041" v="2011"/>
          <ac:spMkLst>
            <pc:docMk/>
            <pc:sldMk cId="1465890034" sldId="261"/>
            <ac:spMk id="13" creationId="{E49D7415-2F11-44C2-B6AA-13A25B6814B9}"/>
          </ac:spMkLst>
        </pc:spChg>
        <pc:picChg chg="add del">
          <ac:chgData name="Beatrice Raphael Msokwa" userId="S::beatrice.msokwa@ue-germany.de::5bdd384c-c096-46c2-94a5-e343dba1b3a2" providerId="AD" clId="Web-{D966F9CA-0ABB-4C17-472B-0138499BCBCF}" dt="2025-09-18T19:51:47.026" v="2010"/>
          <ac:picMkLst>
            <pc:docMk/>
            <pc:sldMk cId="1465890034" sldId="261"/>
            <ac:picMk id="5" creationId="{2887E248-2A33-C575-79AD-6E166922B55D}"/>
          </ac:picMkLst>
        </pc:picChg>
        <pc:picChg chg="add">
          <ac:chgData name="Beatrice Raphael Msokwa" userId="S::beatrice.msokwa@ue-germany.de::5bdd384c-c096-46c2-94a5-e343dba1b3a2" providerId="AD" clId="Web-{D966F9CA-0ABB-4C17-472B-0138499BCBCF}" dt="2025-09-18T19:51:47.041" v="2011"/>
          <ac:picMkLst>
            <pc:docMk/>
            <pc:sldMk cId="1465890034" sldId="261"/>
            <ac:picMk id="15" creationId="{711BA568-B6C0-C288-4A0F-E8BE13FB6D53}"/>
          </ac:picMkLst>
        </pc:picChg>
        <pc:cxnChg chg="add del">
          <ac:chgData name="Beatrice Raphael Msokwa" userId="S::beatrice.msokwa@ue-germany.de::5bdd384c-c096-46c2-94a5-e343dba1b3a2" providerId="AD" clId="Web-{D966F9CA-0ABB-4C17-472B-0138499BCBCF}" dt="2025-09-18T19:51:47.026" v="2010"/>
          <ac:cxnSpMkLst>
            <pc:docMk/>
            <pc:sldMk cId="1465890034" sldId="261"/>
            <ac:cxnSpMk id="11" creationId="{D2E57F3D-33BE-4306-87E6-245763719516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1:47.041" v="2011"/>
          <ac:cxnSpMkLst>
            <pc:docMk/>
            <pc:sldMk cId="1465890034" sldId="261"/>
            <ac:cxnSpMk id="14" creationId="{F2B951FD-94F7-E138-3EC2-A66A551D9137}"/>
          </ac:cxnSpMkLst>
        </pc:cxnChg>
      </pc:sldChg>
      <pc:sldChg chg="addSp delSp modSp new mod setBg">
        <pc:chgData name="Beatrice Raphael Msokwa" userId="S::beatrice.msokwa@ue-germany.de::5bdd384c-c096-46c2-94a5-e343dba1b3a2" providerId="AD" clId="Web-{D966F9CA-0ABB-4C17-472B-0138499BCBCF}" dt="2025-09-18T19:52:28.592" v="2020"/>
        <pc:sldMkLst>
          <pc:docMk/>
          <pc:sldMk cId="3889193986" sldId="262"/>
        </pc:sldMkLst>
        <pc:spChg chg="mod">
          <ac:chgData name="Beatrice Raphael Msokwa" userId="S::beatrice.msokwa@ue-germany.de::5bdd384c-c096-46c2-94a5-e343dba1b3a2" providerId="AD" clId="Web-{D966F9CA-0ABB-4C17-472B-0138499BCBCF}" dt="2025-09-18T19:52:28.592" v="2020"/>
          <ac:spMkLst>
            <pc:docMk/>
            <pc:sldMk cId="3889193986" sldId="262"/>
            <ac:spMk id="2" creationId="{F4623B05-BA87-7759-BF59-28CAC6F958DE}"/>
          </ac:spMkLst>
        </pc:spChg>
        <pc:spChg chg="add del mod">
          <ac:chgData name="Beatrice Raphael Msokwa" userId="S::beatrice.msokwa@ue-germany.de::5bdd384c-c096-46c2-94a5-e343dba1b3a2" providerId="AD" clId="Web-{D966F9CA-0ABB-4C17-472B-0138499BCBCF}" dt="2025-09-18T19:52:28.592" v="2020"/>
          <ac:spMkLst>
            <pc:docMk/>
            <pc:sldMk cId="3889193986" sldId="262"/>
            <ac:spMk id="3" creationId="{895BB6F1-05B9-E9B6-6879-D2170EF019C0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2:14.887" v="2015"/>
          <ac:spMkLst>
            <pc:docMk/>
            <pc:sldMk cId="3889193986" sldId="262"/>
            <ac:spMk id="8" creationId="{5F710FDB-0919-493E-8539-8240C23F1EB2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2:04.246" v="2013"/>
          <ac:spMkLst>
            <pc:docMk/>
            <pc:sldMk cId="3889193986" sldId="262"/>
            <ac:spMk id="9" creationId="{F68B2C62-7648-4430-90D5-AE0F252AF113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2:14.887" v="2015"/>
          <ac:spMkLst>
            <pc:docMk/>
            <pc:sldMk cId="3889193986" sldId="262"/>
            <ac:spMk id="15" creationId="{895BB6F1-05B9-E9B6-6879-D2170EF019C0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2:23.123" v="2017"/>
          <ac:spMkLst>
            <pc:docMk/>
            <pc:sldMk cId="3889193986" sldId="262"/>
            <ac:spMk id="17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2:23.123" v="2017"/>
          <ac:spMkLst>
            <pc:docMk/>
            <pc:sldMk cId="3889193986" sldId="262"/>
            <ac:spMk id="20" creationId="{895BB6F1-05B9-E9B6-6879-D2170EF019C0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2:28.592" v="2019"/>
          <ac:spMkLst>
            <pc:docMk/>
            <pc:sldMk cId="3889193986" sldId="262"/>
            <ac:spMk id="22" creationId="{F68B2C62-7648-4430-90D5-AE0F252AF113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2:28.592" v="2020"/>
          <ac:spMkLst>
            <pc:docMk/>
            <pc:sldMk cId="3889193986" sldId="262"/>
            <ac:spMk id="27" creationId="{5F710FDB-0919-493E-8539-8240C23F1EB2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2:28.592" v="2020"/>
          <ac:spMkLst>
            <pc:docMk/>
            <pc:sldMk cId="3889193986" sldId="262"/>
            <ac:spMk id="30" creationId="{895BB6F1-05B9-E9B6-6879-D2170EF019C0}"/>
          </ac:spMkLst>
        </pc:spChg>
        <pc:graphicFrameChg chg="add del">
          <ac:chgData name="Beatrice Raphael Msokwa" userId="S::beatrice.msokwa@ue-germany.de::5bdd384c-c096-46c2-94a5-e343dba1b3a2" providerId="AD" clId="Web-{D966F9CA-0ABB-4C17-472B-0138499BCBCF}" dt="2025-09-18T19:52:04.246" v="2013"/>
          <ac:graphicFrameMkLst>
            <pc:docMk/>
            <pc:sldMk cId="3889193986" sldId="262"/>
            <ac:graphicFrameMk id="5" creationId="{FFED9316-A467-D6E0-4412-EBD831FF6639}"/>
          </ac:graphicFrameMkLst>
        </pc:graphicFrameChg>
        <pc:graphicFrameChg chg="add del">
          <ac:chgData name="Beatrice Raphael Msokwa" userId="S::beatrice.msokwa@ue-germany.de::5bdd384c-c096-46c2-94a5-e343dba1b3a2" providerId="AD" clId="Web-{D966F9CA-0ABB-4C17-472B-0138499BCBCF}" dt="2025-09-18T19:52:28.592" v="2019"/>
          <ac:graphicFrameMkLst>
            <pc:docMk/>
            <pc:sldMk cId="3889193986" sldId="262"/>
            <ac:graphicFrameMk id="25" creationId="{6B36A924-220B-183F-8FB4-F3D92E9BAD5A}"/>
          </ac:graphicFrameMkLst>
        </pc:graphicFrameChg>
        <pc:picChg chg="add del">
          <ac:chgData name="Beatrice Raphael Msokwa" userId="S::beatrice.msokwa@ue-germany.de::5bdd384c-c096-46c2-94a5-e343dba1b3a2" providerId="AD" clId="Web-{D966F9CA-0ABB-4C17-472B-0138499BCBCF}" dt="2025-09-18T19:52:23.123" v="2017"/>
          <ac:picMkLst>
            <pc:docMk/>
            <pc:sldMk cId="3889193986" sldId="262"/>
            <ac:picMk id="18" creationId="{2195A8FB-A971-68DF-5D59-992637F4BB56}"/>
          </ac:picMkLst>
        </pc:picChg>
        <pc:cxnChg chg="add del">
          <ac:chgData name="Beatrice Raphael Msokwa" userId="S::beatrice.msokwa@ue-germany.de::5bdd384c-c096-46c2-94a5-e343dba1b3a2" providerId="AD" clId="Web-{D966F9CA-0ABB-4C17-472B-0138499BCBCF}" dt="2025-09-18T19:52:14.887" v="2015"/>
          <ac:cxnSpMkLst>
            <pc:docMk/>
            <pc:sldMk cId="3889193986" sldId="262"/>
            <ac:cxnSpMk id="10" creationId="{22F20000-FD86-48F6-9363-FEC90C932DCD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2:04.246" v="2013"/>
          <ac:cxnSpMkLst>
            <pc:docMk/>
            <pc:sldMk cId="3889193986" sldId="262"/>
            <ac:cxnSpMk id="11" creationId="{AAD0195E-7F27-4D06-9427-0C121D721A14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2:14.887" v="2015"/>
          <ac:cxnSpMkLst>
            <pc:docMk/>
            <pc:sldMk cId="3889193986" sldId="262"/>
            <ac:cxnSpMk id="12" creationId="{872AE332-6ACA-45BE-875F-91A291D4A40D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2:04.246" v="2013"/>
          <ac:cxnSpMkLst>
            <pc:docMk/>
            <pc:sldMk cId="3889193986" sldId="262"/>
            <ac:cxnSpMk id="13" creationId="{9D74C2FC-3228-4FC1-B97B-87AD35508D91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2:23.123" v="2017"/>
          <ac:cxnSpMkLst>
            <pc:docMk/>
            <pc:sldMk cId="3889193986" sldId="262"/>
            <ac:cxnSpMk id="19" creationId="{D2E57F3D-33BE-4306-87E6-245763719516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2:28.592" v="2019"/>
          <ac:cxnSpMkLst>
            <pc:docMk/>
            <pc:sldMk cId="3889193986" sldId="262"/>
            <ac:cxnSpMk id="23" creationId="{AAD0195E-7F27-4D06-9427-0C121D721A14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2:28.592" v="2019"/>
          <ac:cxnSpMkLst>
            <pc:docMk/>
            <pc:sldMk cId="3889193986" sldId="262"/>
            <ac:cxnSpMk id="24" creationId="{9D74C2FC-3228-4FC1-B97B-87AD35508D91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2:28.592" v="2020"/>
          <ac:cxnSpMkLst>
            <pc:docMk/>
            <pc:sldMk cId="3889193986" sldId="262"/>
            <ac:cxnSpMk id="28" creationId="{22F20000-FD86-48F6-9363-FEC90C932DCD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2:28.592" v="2020"/>
          <ac:cxnSpMkLst>
            <pc:docMk/>
            <pc:sldMk cId="3889193986" sldId="262"/>
            <ac:cxnSpMk id="29" creationId="{872AE332-6ACA-45BE-875F-91A291D4A40D}"/>
          </ac:cxnSpMkLst>
        </pc:cxnChg>
      </pc:sldChg>
      <pc:sldChg chg="addSp delSp modSp new mod setBg">
        <pc:chgData name="Beatrice Raphael Msokwa" userId="S::beatrice.msokwa@ue-germany.de::5bdd384c-c096-46c2-94a5-e343dba1b3a2" providerId="AD" clId="Web-{D966F9CA-0ABB-4C17-472B-0138499BCBCF}" dt="2025-09-18T19:52:39.702" v="2021"/>
        <pc:sldMkLst>
          <pc:docMk/>
          <pc:sldMk cId="3644801239" sldId="263"/>
        </pc:sldMkLst>
        <pc:spChg chg="mod">
          <ac:chgData name="Beatrice Raphael Msokwa" userId="S::beatrice.msokwa@ue-germany.de::5bdd384c-c096-46c2-94a5-e343dba1b3a2" providerId="AD" clId="Web-{D966F9CA-0ABB-4C17-472B-0138499BCBCF}" dt="2025-09-18T19:52:39.702" v="2021"/>
          <ac:spMkLst>
            <pc:docMk/>
            <pc:sldMk cId="3644801239" sldId="263"/>
            <ac:spMk id="2" creationId="{43943EAB-DDD9-797F-A6CA-47ABE624C4F2}"/>
          </ac:spMkLst>
        </pc:spChg>
        <pc:spChg chg="del mod">
          <ac:chgData name="Beatrice Raphael Msokwa" userId="S::beatrice.msokwa@ue-germany.de::5bdd384c-c096-46c2-94a5-e343dba1b3a2" providerId="AD" clId="Web-{D966F9CA-0ABB-4C17-472B-0138499BCBCF}" dt="2025-09-18T19:52:39.702" v="2021"/>
          <ac:spMkLst>
            <pc:docMk/>
            <pc:sldMk cId="3644801239" sldId="263"/>
            <ac:spMk id="3" creationId="{A102233B-5B71-658F-B15C-C5CDA7DB60A3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2:39.702" v="2021"/>
          <ac:spMkLst>
            <pc:docMk/>
            <pc:sldMk cId="3644801239" sldId="263"/>
            <ac:spMk id="9" creationId="{F68B2C62-7648-4430-90D5-AE0F252AF113}"/>
          </ac:spMkLst>
        </pc:spChg>
        <pc:graphicFrameChg chg="add">
          <ac:chgData name="Beatrice Raphael Msokwa" userId="S::beatrice.msokwa@ue-germany.de::5bdd384c-c096-46c2-94a5-e343dba1b3a2" providerId="AD" clId="Web-{D966F9CA-0ABB-4C17-472B-0138499BCBCF}" dt="2025-09-18T19:52:39.702" v="2021"/>
          <ac:graphicFrameMkLst>
            <pc:docMk/>
            <pc:sldMk cId="3644801239" sldId="263"/>
            <ac:graphicFrameMk id="5" creationId="{8BEBAC96-94CD-7E41-D988-7E12CD576B4C}"/>
          </ac:graphicFrameMkLst>
        </pc:graphicFrameChg>
        <pc:cxnChg chg="add">
          <ac:chgData name="Beatrice Raphael Msokwa" userId="S::beatrice.msokwa@ue-germany.de::5bdd384c-c096-46c2-94a5-e343dba1b3a2" providerId="AD" clId="Web-{D966F9CA-0ABB-4C17-472B-0138499BCBCF}" dt="2025-09-18T19:52:39.702" v="2021"/>
          <ac:cxnSpMkLst>
            <pc:docMk/>
            <pc:sldMk cId="3644801239" sldId="263"/>
            <ac:cxnSpMk id="11" creationId="{AAD0195E-7F27-4D06-9427-0C121D721A14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2:39.702" v="2021"/>
          <ac:cxnSpMkLst>
            <pc:docMk/>
            <pc:sldMk cId="3644801239" sldId="263"/>
            <ac:cxnSpMk id="13" creationId="{9D74C2FC-3228-4FC1-B97B-87AD35508D91}"/>
          </ac:cxnSpMkLst>
        </pc:cxnChg>
      </pc:sldChg>
      <pc:sldChg chg="addSp delSp modSp new mod setBg">
        <pc:chgData name="Beatrice Raphael Msokwa" userId="S::beatrice.msokwa@ue-germany.de::5bdd384c-c096-46c2-94a5-e343dba1b3a2" providerId="AD" clId="Web-{D966F9CA-0ABB-4C17-472B-0138499BCBCF}" dt="2025-09-18T19:53:31.316" v="2030"/>
        <pc:sldMkLst>
          <pc:docMk/>
          <pc:sldMk cId="2082969088" sldId="264"/>
        </pc:sldMkLst>
        <pc:spChg chg="mod">
          <ac:chgData name="Beatrice Raphael Msokwa" userId="S::beatrice.msokwa@ue-germany.de::5bdd384c-c096-46c2-94a5-e343dba1b3a2" providerId="AD" clId="Web-{D966F9CA-0ABB-4C17-472B-0138499BCBCF}" dt="2025-09-18T19:53:31.316" v="2030"/>
          <ac:spMkLst>
            <pc:docMk/>
            <pc:sldMk cId="2082969088" sldId="264"/>
            <ac:spMk id="2" creationId="{93825D01-91CF-C846-3B20-7E0BB199906A}"/>
          </ac:spMkLst>
        </pc:spChg>
        <pc:spChg chg="add del mod">
          <ac:chgData name="Beatrice Raphael Msokwa" userId="S::beatrice.msokwa@ue-germany.de::5bdd384c-c096-46c2-94a5-e343dba1b3a2" providerId="AD" clId="Web-{D966F9CA-0ABB-4C17-472B-0138499BCBCF}" dt="2025-09-18T19:53:31.316" v="2030"/>
          <ac:spMkLst>
            <pc:docMk/>
            <pc:sldMk cId="2082969088" sldId="264"/>
            <ac:spMk id="3" creationId="{3951F8B3-FD32-448B-FB2A-C88317CB7041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07.674" v="2023"/>
          <ac:spMkLst>
            <pc:docMk/>
            <pc:sldMk cId="2082969088" sldId="264"/>
            <ac:spMk id="9" creationId="{F68B2C62-7648-4430-90D5-AE0F252AF113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20.300" v="2025"/>
          <ac:spMkLst>
            <pc:docMk/>
            <pc:sldMk cId="2082969088" sldId="264"/>
            <ac:spMk id="13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20.300" v="2025"/>
          <ac:spMkLst>
            <pc:docMk/>
            <pc:sldMk cId="2082969088" sldId="264"/>
            <ac:spMk id="16" creationId="{3951F8B3-FD32-448B-FB2A-C88317CB7041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24.816" v="2027"/>
          <ac:spMkLst>
            <pc:docMk/>
            <pc:sldMk cId="2082969088" sldId="264"/>
            <ac:spMk id="18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24.816" v="2027"/>
          <ac:spMkLst>
            <pc:docMk/>
            <pc:sldMk cId="2082969088" sldId="264"/>
            <ac:spMk id="20" creationId="{3951F8B3-FD32-448B-FB2A-C88317CB7041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31.285" v="2029"/>
          <ac:spMkLst>
            <pc:docMk/>
            <pc:sldMk cId="2082969088" sldId="264"/>
            <ac:spMk id="23" creationId="{E49D7415-2F11-44C2-B6AA-13A25B6814B9}"/>
          </ac:spMkLst>
        </pc:spChg>
        <pc:spChg chg="add del">
          <ac:chgData name="Beatrice Raphael Msokwa" userId="S::beatrice.msokwa@ue-germany.de::5bdd384c-c096-46c2-94a5-e343dba1b3a2" providerId="AD" clId="Web-{D966F9CA-0ABB-4C17-472B-0138499BCBCF}" dt="2025-09-18T19:53:31.285" v="2029"/>
          <ac:spMkLst>
            <pc:docMk/>
            <pc:sldMk cId="2082969088" sldId="264"/>
            <ac:spMk id="25" creationId="{3951F8B3-FD32-448B-FB2A-C88317CB7041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3:31.316" v="2030"/>
          <ac:spMkLst>
            <pc:docMk/>
            <pc:sldMk cId="2082969088" sldId="264"/>
            <ac:spMk id="28" creationId="{E49D7415-2F11-44C2-B6AA-13A25B6814B9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3:31.316" v="2030"/>
          <ac:spMkLst>
            <pc:docMk/>
            <pc:sldMk cId="2082969088" sldId="264"/>
            <ac:spMk id="30" creationId="{3951F8B3-FD32-448B-FB2A-C88317CB7041}"/>
          </ac:spMkLst>
        </pc:spChg>
        <pc:graphicFrameChg chg="add del">
          <ac:chgData name="Beatrice Raphael Msokwa" userId="S::beatrice.msokwa@ue-germany.de::5bdd384c-c096-46c2-94a5-e343dba1b3a2" providerId="AD" clId="Web-{D966F9CA-0ABB-4C17-472B-0138499BCBCF}" dt="2025-09-18T19:53:07.674" v="2023"/>
          <ac:graphicFrameMkLst>
            <pc:docMk/>
            <pc:sldMk cId="2082969088" sldId="264"/>
            <ac:graphicFrameMk id="5" creationId="{CC22219E-6DF4-565B-57FF-A398E77A9AE7}"/>
          </ac:graphicFrameMkLst>
        </pc:graphicFrameChg>
        <pc:picChg chg="add del">
          <ac:chgData name="Beatrice Raphael Msokwa" userId="S::beatrice.msokwa@ue-germany.de::5bdd384c-c096-46c2-94a5-e343dba1b3a2" providerId="AD" clId="Web-{D966F9CA-0ABB-4C17-472B-0138499BCBCF}" dt="2025-09-18T19:53:20.300" v="2025"/>
          <ac:picMkLst>
            <pc:docMk/>
            <pc:sldMk cId="2082969088" sldId="264"/>
            <ac:picMk id="14" creationId="{F71B2914-F47E-7210-FF15-4884EFF3A6AD}"/>
          </ac:picMkLst>
        </pc:picChg>
        <pc:picChg chg="add del">
          <ac:chgData name="Beatrice Raphael Msokwa" userId="S::beatrice.msokwa@ue-germany.de::5bdd384c-c096-46c2-94a5-e343dba1b3a2" providerId="AD" clId="Web-{D966F9CA-0ABB-4C17-472B-0138499BCBCF}" dt="2025-09-18T19:53:24.816" v="2027"/>
          <ac:picMkLst>
            <pc:docMk/>
            <pc:sldMk cId="2082969088" sldId="264"/>
            <ac:picMk id="21" creationId="{CA30CCB1-0BDC-C195-326C-3D15F93B4A31}"/>
          </ac:picMkLst>
        </pc:picChg>
        <pc:picChg chg="add del">
          <ac:chgData name="Beatrice Raphael Msokwa" userId="S::beatrice.msokwa@ue-germany.de::5bdd384c-c096-46c2-94a5-e343dba1b3a2" providerId="AD" clId="Web-{D966F9CA-0ABB-4C17-472B-0138499BCBCF}" dt="2025-09-18T19:53:31.285" v="2029"/>
          <ac:picMkLst>
            <pc:docMk/>
            <pc:sldMk cId="2082969088" sldId="264"/>
            <ac:picMk id="26" creationId="{1EC1E907-B2E7-A9B6-CFB3-4F0C3749E272}"/>
          </ac:picMkLst>
        </pc:picChg>
        <pc:picChg chg="add">
          <ac:chgData name="Beatrice Raphael Msokwa" userId="S::beatrice.msokwa@ue-germany.de::5bdd384c-c096-46c2-94a5-e343dba1b3a2" providerId="AD" clId="Web-{D966F9CA-0ABB-4C17-472B-0138499BCBCF}" dt="2025-09-18T19:53:31.316" v="2030"/>
          <ac:picMkLst>
            <pc:docMk/>
            <pc:sldMk cId="2082969088" sldId="264"/>
            <ac:picMk id="31" creationId="{CA30CCB1-0BDC-C195-326C-3D15F93B4A31}"/>
          </ac:picMkLst>
        </pc:picChg>
        <pc:cxnChg chg="add del">
          <ac:chgData name="Beatrice Raphael Msokwa" userId="S::beatrice.msokwa@ue-germany.de::5bdd384c-c096-46c2-94a5-e343dba1b3a2" providerId="AD" clId="Web-{D966F9CA-0ABB-4C17-472B-0138499BCBCF}" dt="2025-09-18T19:53:07.674" v="2023"/>
          <ac:cxnSpMkLst>
            <pc:docMk/>
            <pc:sldMk cId="2082969088" sldId="264"/>
            <ac:cxnSpMk id="11" creationId="{4BFD5B9F-5FB6-467D-83D5-DF82F1907354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3:20.300" v="2025"/>
          <ac:cxnSpMkLst>
            <pc:docMk/>
            <pc:sldMk cId="2082969088" sldId="264"/>
            <ac:cxnSpMk id="15" creationId="{D2E57F3D-33BE-4306-87E6-245763719516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3:24.816" v="2027"/>
          <ac:cxnSpMkLst>
            <pc:docMk/>
            <pc:sldMk cId="2082969088" sldId="264"/>
            <ac:cxnSpMk id="19" creationId="{3815BE95-1337-20E2-B2EF-5DA486F72FCB}"/>
          </ac:cxnSpMkLst>
        </pc:cxnChg>
        <pc:cxnChg chg="add del">
          <ac:chgData name="Beatrice Raphael Msokwa" userId="S::beatrice.msokwa@ue-germany.de::5bdd384c-c096-46c2-94a5-e343dba1b3a2" providerId="AD" clId="Web-{D966F9CA-0ABB-4C17-472B-0138499BCBCF}" dt="2025-09-18T19:53:31.285" v="2029"/>
          <ac:cxnSpMkLst>
            <pc:docMk/>
            <pc:sldMk cId="2082969088" sldId="264"/>
            <ac:cxnSpMk id="24" creationId="{F2B951FD-94F7-E138-3EC2-A66A551D9137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3:31.316" v="2030"/>
          <ac:cxnSpMkLst>
            <pc:docMk/>
            <pc:sldMk cId="2082969088" sldId="264"/>
            <ac:cxnSpMk id="29" creationId="{3815BE95-1337-20E2-B2EF-5DA486F72FCB}"/>
          </ac:cxnSpMkLst>
        </pc:cxnChg>
      </pc:sldChg>
      <pc:sldChg chg="addSp modSp new mod setBg">
        <pc:chgData name="Beatrice Raphael Msokwa" userId="S::beatrice.msokwa@ue-germany.de::5bdd384c-c096-46c2-94a5-e343dba1b3a2" providerId="AD" clId="Web-{D966F9CA-0ABB-4C17-472B-0138499BCBCF}" dt="2025-09-18T19:54:14.226" v="2034"/>
        <pc:sldMkLst>
          <pc:docMk/>
          <pc:sldMk cId="3662767394" sldId="265"/>
        </pc:sldMkLst>
        <pc:spChg chg="mod">
          <ac:chgData name="Beatrice Raphael Msokwa" userId="S::beatrice.msokwa@ue-germany.de::5bdd384c-c096-46c2-94a5-e343dba1b3a2" providerId="AD" clId="Web-{D966F9CA-0ABB-4C17-472B-0138499BCBCF}" dt="2025-09-18T19:54:14.226" v="2034"/>
          <ac:spMkLst>
            <pc:docMk/>
            <pc:sldMk cId="3662767394" sldId="265"/>
            <ac:spMk id="2" creationId="{7B0BAF72-0529-C076-4884-A9A95C3F2109}"/>
          </ac:spMkLst>
        </pc:spChg>
        <pc:spChg chg="mod">
          <ac:chgData name="Beatrice Raphael Msokwa" userId="S::beatrice.msokwa@ue-germany.de::5bdd384c-c096-46c2-94a5-e343dba1b3a2" providerId="AD" clId="Web-{D966F9CA-0ABB-4C17-472B-0138499BCBCF}" dt="2025-09-18T19:54:14.226" v="2034"/>
          <ac:spMkLst>
            <pc:docMk/>
            <pc:sldMk cId="3662767394" sldId="265"/>
            <ac:spMk id="3" creationId="{7F443418-F778-EF95-3FCE-25EFA7063509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4:14.226" v="2034"/>
          <ac:spMkLst>
            <pc:docMk/>
            <pc:sldMk cId="3662767394" sldId="265"/>
            <ac:spMk id="8" creationId="{5F710FDB-0919-493E-8539-8240C23F1EB2}"/>
          </ac:spMkLst>
        </pc:spChg>
        <pc:cxnChg chg="add">
          <ac:chgData name="Beatrice Raphael Msokwa" userId="S::beatrice.msokwa@ue-germany.de::5bdd384c-c096-46c2-94a5-e343dba1b3a2" providerId="AD" clId="Web-{D966F9CA-0ABB-4C17-472B-0138499BCBCF}" dt="2025-09-18T19:54:14.226" v="2034"/>
          <ac:cxnSpMkLst>
            <pc:docMk/>
            <pc:sldMk cId="3662767394" sldId="265"/>
            <ac:cxnSpMk id="10" creationId="{22F20000-FD86-48F6-9363-FEC90C932DCD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4:14.226" v="2034"/>
          <ac:cxnSpMkLst>
            <pc:docMk/>
            <pc:sldMk cId="3662767394" sldId="265"/>
            <ac:cxnSpMk id="12" creationId="{872AE332-6ACA-45BE-875F-91A291D4A40D}"/>
          </ac:cxnSpMkLst>
        </pc:cxnChg>
      </pc:sldChg>
      <pc:sldChg chg="addSp delSp modSp new mod setBg">
        <pc:chgData name="Beatrice Raphael Msokwa" userId="S::beatrice.msokwa@ue-germany.de::5bdd384c-c096-46c2-94a5-e343dba1b3a2" providerId="AD" clId="Web-{D966F9CA-0ABB-4C17-472B-0138499BCBCF}" dt="2025-09-18T19:53:59.615" v="2033"/>
        <pc:sldMkLst>
          <pc:docMk/>
          <pc:sldMk cId="3680661747" sldId="266"/>
        </pc:sldMkLst>
        <pc:spChg chg="mod">
          <ac:chgData name="Beatrice Raphael Msokwa" userId="S::beatrice.msokwa@ue-germany.de::5bdd384c-c096-46c2-94a5-e343dba1b3a2" providerId="AD" clId="Web-{D966F9CA-0ABB-4C17-472B-0138499BCBCF}" dt="2025-09-18T19:53:59.615" v="2033"/>
          <ac:spMkLst>
            <pc:docMk/>
            <pc:sldMk cId="3680661747" sldId="266"/>
            <ac:spMk id="2" creationId="{6C21B81A-93ED-B529-D29C-AAC3801446D2}"/>
          </ac:spMkLst>
        </pc:spChg>
        <pc:spChg chg="add del mod">
          <ac:chgData name="Beatrice Raphael Msokwa" userId="S::beatrice.msokwa@ue-germany.de::5bdd384c-c096-46c2-94a5-e343dba1b3a2" providerId="AD" clId="Web-{D966F9CA-0ABB-4C17-472B-0138499BCBCF}" dt="2025-09-18T19:53:59.615" v="2033"/>
          <ac:spMkLst>
            <pc:docMk/>
            <pc:sldMk cId="3680661747" sldId="266"/>
            <ac:spMk id="3" creationId="{54C5650E-2F00-6373-DB34-738D73067FEE}"/>
          </ac:spMkLst>
        </pc:spChg>
        <pc:spChg chg="add">
          <ac:chgData name="Beatrice Raphael Msokwa" userId="S::beatrice.msokwa@ue-germany.de::5bdd384c-c096-46c2-94a5-e343dba1b3a2" providerId="AD" clId="Web-{D966F9CA-0ABB-4C17-472B-0138499BCBCF}" dt="2025-09-18T19:53:59.615" v="2033"/>
          <ac:spMkLst>
            <pc:docMk/>
            <pc:sldMk cId="3680661747" sldId="266"/>
            <ac:spMk id="9" creationId="{F68B2C62-7648-4430-90D5-AE0F252AF113}"/>
          </ac:spMkLst>
        </pc:spChg>
        <pc:graphicFrameChg chg="add del">
          <ac:chgData name="Beatrice Raphael Msokwa" userId="S::beatrice.msokwa@ue-germany.de::5bdd384c-c096-46c2-94a5-e343dba1b3a2" providerId="AD" clId="Web-{D966F9CA-0ABB-4C17-472B-0138499BCBCF}" dt="2025-09-18T19:53:59.584" v="2032"/>
          <ac:graphicFrameMkLst>
            <pc:docMk/>
            <pc:sldMk cId="3680661747" sldId="266"/>
            <ac:graphicFrameMk id="5" creationId="{FAEE6506-D428-A275-E285-5003A2AE7790}"/>
          </ac:graphicFrameMkLst>
        </pc:graphicFrameChg>
        <pc:graphicFrameChg chg="add">
          <ac:chgData name="Beatrice Raphael Msokwa" userId="S::beatrice.msokwa@ue-germany.de::5bdd384c-c096-46c2-94a5-e343dba1b3a2" providerId="AD" clId="Web-{D966F9CA-0ABB-4C17-472B-0138499BCBCF}" dt="2025-09-18T19:53:59.615" v="2033"/>
          <ac:graphicFrameMkLst>
            <pc:docMk/>
            <pc:sldMk cId="3680661747" sldId="266"/>
            <ac:graphicFrameMk id="7" creationId="{A75E8013-3CA1-1D8F-C39E-F94F54102FE9}"/>
          </ac:graphicFrameMkLst>
        </pc:graphicFrameChg>
        <pc:cxnChg chg="add">
          <ac:chgData name="Beatrice Raphael Msokwa" userId="S::beatrice.msokwa@ue-germany.de::5bdd384c-c096-46c2-94a5-e343dba1b3a2" providerId="AD" clId="Web-{D966F9CA-0ABB-4C17-472B-0138499BCBCF}" dt="2025-09-18T19:53:59.615" v="2033"/>
          <ac:cxnSpMkLst>
            <pc:docMk/>
            <pc:sldMk cId="3680661747" sldId="266"/>
            <ac:cxnSpMk id="11" creationId="{AAD0195E-7F27-4D06-9427-0C121D721A14}"/>
          </ac:cxnSpMkLst>
        </pc:cxnChg>
        <pc:cxnChg chg="add">
          <ac:chgData name="Beatrice Raphael Msokwa" userId="S::beatrice.msokwa@ue-germany.de::5bdd384c-c096-46c2-94a5-e343dba1b3a2" providerId="AD" clId="Web-{D966F9CA-0ABB-4C17-472B-0138499BCBCF}" dt="2025-09-18T19:53:59.615" v="2033"/>
          <ac:cxnSpMkLst>
            <pc:docMk/>
            <pc:sldMk cId="3680661747" sldId="266"/>
            <ac:cxnSpMk id="13" creationId="{9D74C2FC-3228-4FC1-B97B-87AD35508D91}"/>
          </ac:cxnSpMkLst>
        </pc:cxnChg>
      </pc:sldChg>
    </pc:docChg>
  </pc:docChgLst>
  <pc:docChgLst>
    <pc:chgData clId="Web-{A1FC3FCE-80DB-266B-9926-D4D4041BB2EA}"/>
    <pc:docChg chg="modSld">
      <pc:chgData name="" userId="" providerId="" clId="Web-{A1FC3FCE-80DB-266B-9926-D4D4041BB2EA}" dt="2025-09-18T18:45:11.975" v="0" actId="20577"/>
      <pc:docMkLst>
        <pc:docMk/>
      </pc:docMkLst>
      <pc:sldChg chg="modSp">
        <pc:chgData name="" userId="" providerId="" clId="Web-{A1FC3FCE-80DB-266B-9926-D4D4041BB2EA}" dt="2025-09-18T18:45:11.975" v="0" actId="20577"/>
        <pc:sldMkLst>
          <pc:docMk/>
          <pc:sldMk cId="631774380" sldId="257"/>
        </pc:sldMkLst>
        <pc:spChg chg="mod">
          <ac:chgData name="" userId="" providerId="" clId="Web-{A1FC3FCE-80DB-266B-9926-D4D4041BB2EA}" dt="2025-09-18T18:45:11.975" v="0" actId="20577"/>
          <ac:spMkLst>
            <pc:docMk/>
            <pc:sldMk cId="631774380" sldId="257"/>
            <ac:spMk id="3" creationId="{5F107815-5AD5-FBAB-ED3F-3FF3C6E377B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49FB97-7B25-4606-A0E9-9EC4EEBFAF1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BDC4553D-5149-4C52-989F-177EAD2B010A}">
      <dgm:prSet/>
      <dgm:spPr/>
      <dgm:t>
        <a:bodyPr/>
        <a:lstStyle/>
        <a:p>
          <a:r>
            <a:rPr lang="en-US"/>
            <a:t>Branding: "Refill, Reduce,Reward"</a:t>
          </a:r>
        </a:p>
      </dgm:t>
    </dgm:pt>
    <dgm:pt modelId="{F7CCDC0B-4368-474D-A78D-A4FEA86EAC11}" type="parTrans" cxnId="{57AD306A-DC50-43DD-AB3B-9FBA871AF8B2}">
      <dgm:prSet/>
      <dgm:spPr/>
      <dgm:t>
        <a:bodyPr/>
        <a:lstStyle/>
        <a:p>
          <a:endParaRPr lang="en-US"/>
        </a:p>
      </dgm:t>
    </dgm:pt>
    <dgm:pt modelId="{26DE047D-41BE-4E26-AF0B-6DE7A4E48CE6}" type="sibTrans" cxnId="{57AD306A-DC50-43DD-AB3B-9FBA871AF8B2}">
      <dgm:prSet/>
      <dgm:spPr/>
      <dgm:t>
        <a:bodyPr/>
        <a:lstStyle/>
        <a:p>
          <a:endParaRPr lang="en-US"/>
        </a:p>
      </dgm:t>
    </dgm:pt>
    <dgm:pt modelId="{C4035685-A20E-4812-8C32-B9109EFDD49B}">
      <dgm:prSet/>
      <dgm:spPr/>
      <dgm:t>
        <a:bodyPr/>
        <a:lstStyle/>
        <a:p>
          <a:r>
            <a:rPr lang="en-US"/>
            <a:t>Promotion:</a:t>
          </a:r>
        </a:p>
      </dgm:t>
    </dgm:pt>
    <dgm:pt modelId="{39DDAF8E-3BE6-4B23-918E-A92F215C8B94}" type="parTrans" cxnId="{1742C70D-0C52-416F-A721-F1D5ECD98826}">
      <dgm:prSet/>
      <dgm:spPr/>
      <dgm:t>
        <a:bodyPr/>
        <a:lstStyle/>
        <a:p>
          <a:endParaRPr lang="en-US"/>
        </a:p>
      </dgm:t>
    </dgm:pt>
    <dgm:pt modelId="{4E8F526E-C110-468A-A239-39C4F196846A}" type="sibTrans" cxnId="{1742C70D-0C52-416F-A721-F1D5ECD98826}">
      <dgm:prSet/>
      <dgm:spPr/>
      <dgm:t>
        <a:bodyPr/>
        <a:lstStyle/>
        <a:p>
          <a:endParaRPr lang="en-US"/>
        </a:p>
      </dgm:t>
    </dgm:pt>
    <dgm:pt modelId="{FF7A127F-8A58-4833-A88E-81FEC32261E1}">
      <dgm:prSet/>
      <dgm:spPr/>
      <dgm:t>
        <a:bodyPr/>
        <a:lstStyle/>
        <a:p>
          <a:r>
            <a:rPr lang="en-US"/>
            <a:t>-Social media eco-campaign .</a:t>
          </a:r>
        </a:p>
      </dgm:t>
    </dgm:pt>
    <dgm:pt modelId="{AC5E6701-E85D-480E-92DD-BCB0EC856B5F}" type="parTrans" cxnId="{62267616-9EC6-4404-9FC1-3C845A4EACED}">
      <dgm:prSet/>
      <dgm:spPr/>
      <dgm:t>
        <a:bodyPr/>
        <a:lstStyle/>
        <a:p>
          <a:endParaRPr lang="en-US"/>
        </a:p>
      </dgm:t>
    </dgm:pt>
    <dgm:pt modelId="{A27C7230-2D58-4B9D-ADE7-A18DED324E41}" type="sibTrans" cxnId="{62267616-9EC6-4404-9FC1-3C845A4EACED}">
      <dgm:prSet/>
      <dgm:spPr/>
      <dgm:t>
        <a:bodyPr/>
        <a:lstStyle/>
        <a:p>
          <a:endParaRPr lang="en-US"/>
        </a:p>
      </dgm:t>
    </dgm:pt>
    <dgm:pt modelId="{BC916EE7-CE36-4521-8049-129BA9844FE1}">
      <dgm:prSet/>
      <dgm:spPr/>
      <dgm:t>
        <a:bodyPr/>
        <a:lstStyle/>
        <a:p>
          <a:r>
            <a:rPr lang="en-US"/>
            <a:t>- partnerships with Universities &amp;  eco-communities.</a:t>
          </a:r>
        </a:p>
      </dgm:t>
    </dgm:pt>
    <dgm:pt modelId="{98EFBDFD-F7FA-475E-8460-29F8829E6159}" type="parTrans" cxnId="{B8ADEA8B-DCD3-4411-8C97-B666730F8C0A}">
      <dgm:prSet/>
      <dgm:spPr/>
      <dgm:t>
        <a:bodyPr/>
        <a:lstStyle/>
        <a:p>
          <a:endParaRPr lang="en-US"/>
        </a:p>
      </dgm:t>
    </dgm:pt>
    <dgm:pt modelId="{A870A69F-A240-4586-9881-2516A3FFCA0C}" type="sibTrans" cxnId="{B8ADEA8B-DCD3-4411-8C97-B666730F8C0A}">
      <dgm:prSet/>
      <dgm:spPr/>
      <dgm:t>
        <a:bodyPr/>
        <a:lstStyle/>
        <a:p>
          <a:endParaRPr lang="en-US"/>
        </a:p>
      </dgm:t>
    </dgm:pt>
    <dgm:pt modelId="{99019499-BAC3-4238-BB2C-B52AFA413206}">
      <dgm:prSet/>
      <dgm:spPr/>
      <dgm:t>
        <a:bodyPr/>
        <a:lstStyle/>
        <a:p>
          <a:r>
            <a:rPr lang="en-US"/>
            <a:t>- Incentives : free refills  for first month .</a:t>
          </a:r>
        </a:p>
      </dgm:t>
    </dgm:pt>
    <dgm:pt modelId="{0096A0BB-A1B4-47EB-89B1-2567B1D144B6}" type="parTrans" cxnId="{1DA77E17-8187-4D6C-B793-1A897CE347D7}">
      <dgm:prSet/>
      <dgm:spPr/>
      <dgm:t>
        <a:bodyPr/>
        <a:lstStyle/>
        <a:p>
          <a:endParaRPr lang="en-US"/>
        </a:p>
      </dgm:t>
    </dgm:pt>
    <dgm:pt modelId="{1912D1F9-AD81-4DB3-A36E-3936929BB6DA}" type="sibTrans" cxnId="{1DA77E17-8187-4D6C-B793-1A897CE347D7}">
      <dgm:prSet/>
      <dgm:spPr/>
      <dgm:t>
        <a:bodyPr/>
        <a:lstStyle/>
        <a:p>
          <a:endParaRPr lang="en-US"/>
        </a:p>
      </dgm:t>
    </dgm:pt>
    <dgm:pt modelId="{943AAE74-675E-43CE-9CA6-1ABEF631E1C4}">
      <dgm:prSet/>
      <dgm:spPr/>
      <dgm:t>
        <a:bodyPr/>
        <a:lstStyle/>
        <a:p>
          <a:endParaRPr lang="en-US"/>
        </a:p>
      </dgm:t>
    </dgm:pt>
    <dgm:pt modelId="{F449D206-2B78-47F5-9823-C206401F4F09}" type="parTrans" cxnId="{5281322F-949A-4378-A10D-02C987F4F2FB}">
      <dgm:prSet/>
      <dgm:spPr/>
      <dgm:t>
        <a:bodyPr/>
        <a:lstStyle/>
        <a:p>
          <a:endParaRPr lang="en-US"/>
        </a:p>
      </dgm:t>
    </dgm:pt>
    <dgm:pt modelId="{87B84B9A-F8F7-4A4C-96C7-57147ADE6179}" type="sibTrans" cxnId="{5281322F-949A-4378-A10D-02C987F4F2FB}">
      <dgm:prSet/>
      <dgm:spPr/>
      <dgm:t>
        <a:bodyPr/>
        <a:lstStyle/>
        <a:p>
          <a:endParaRPr lang="en-US"/>
        </a:p>
      </dgm:t>
    </dgm:pt>
    <dgm:pt modelId="{42656767-1692-4397-9902-AC6CE6FBC6FB}">
      <dgm:prSet/>
      <dgm:spPr/>
      <dgm:t>
        <a:bodyPr/>
        <a:lstStyle/>
        <a:p>
          <a:r>
            <a:rPr lang="en-US"/>
            <a:t>-Direct-to- consumer via website /app.</a:t>
          </a:r>
        </a:p>
      </dgm:t>
    </dgm:pt>
    <dgm:pt modelId="{9A3529DA-0183-4C1C-BCDA-9F98A60CDB52}" type="parTrans" cxnId="{CFC16A7F-89EC-4988-B734-DF6D126AAFD3}">
      <dgm:prSet/>
      <dgm:spPr/>
      <dgm:t>
        <a:bodyPr/>
        <a:lstStyle/>
        <a:p>
          <a:endParaRPr lang="en-US"/>
        </a:p>
      </dgm:t>
    </dgm:pt>
    <dgm:pt modelId="{9E32BA88-6D2D-4AC8-B5CF-8F5C0C2B87F0}" type="sibTrans" cxnId="{CFC16A7F-89EC-4988-B734-DF6D126AAFD3}">
      <dgm:prSet/>
      <dgm:spPr/>
      <dgm:t>
        <a:bodyPr/>
        <a:lstStyle/>
        <a:p>
          <a:endParaRPr lang="en-US"/>
        </a:p>
      </dgm:t>
    </dgm:pt>
    <dgm:pt modelId="{4CD623A6-4E5A-4C28-B9DF-4A5EEC05BDCC}">
      <dgm:prSet/>
      <dgm:spPr/>
      <dgm:t>
        <a:bodyPr/>
        <a:lstStyle/>
        <a:p>
          <a:r>
            <a:rPr lang="en-US"/>
            <a:t>-Retail partnerships (eco-stores,gyms).</a:t>
          </a:r>
        </a:p>
      </dgm:t>
    </dgm:pt>
    <dgm:pt modelId="{56408BFF-49F4-46F8-8405-2661C4B80803}" type="parTrans" cxnId="{935E7CC6-5350-4005-8889-F417942253CE}">
      <dgm:prSet/>
      <dgm:spPr/>
      <dgm:t>
        <a:bodyPr/>
        <a:lstStyle/>
        <a:p>
          <a:endParaRPr lang="en-US"/>
        </a:p>
      </dgm:t>
    </dgm:pt>
    <dgm:pt modelId="{E6510162-0F91-47E4-8958-DA8B793E093C}" type="sibTrans" cxnId="{935E7CC6-5350-4005-8889-F417942253CE}">
      <dgm:prSet/>
      <dgm:spPr/>
      <dgm:t>
        <a:bodyPr/>
        <a:lstStyle/>
        <a:p>
          <a:endParaRPr lang="en-US"/>
        </a:p>
      </dgm:t>
    </dgm:pt>
    <dgm:pt modelId="{E05430DB-1D4B-4E76-95EC-1035C41B9176}" type="pres">
      <dgm:prSet presAssocID="{A549FB97-7B25-4606-A0E9-9EC4EEBFAF14}" presName="root" presStyleCnt="0">
        <dgm:presLayoutVars>
          <dgm:dir/>
          <dgm:resizeHandles val="exact"/>
        </dgm:presLayoutVars>
      </dgm:prSet>
      <dgm:spPr/>
    </dgm:pt>
    <dgm:pt modelId="{9F54196F-772A-4B8B-8A34-F5A1A75910ED}" type="pres">
      <dgm:prSet presAssocID="{A549FB97-7B25-4606-A0E9-9EC4EEBFAF14}" presName="container" presStyleCnt="0">
        <dgm:presLayoutVars>
          <dgm:dir/>
          <dgm:resizeHandles val="exact"/>
        </dgm:presLayoutVars>
      </dgm:prSet>
      <dgm:spPr/>
    </dgm:pt>
    <dgm:pt modelId="{C193366E-1E7F-47B5-BBD8-0598126CF862}" type="pres">
      <dgm:prSet presAssocID="{BDC4553D-5149-4C52-989F-177EAD2B010A}" presName="compNode" presStyleCnt="0"/>
      <dgm:spPr/>
    </dgm:pt>
    <dgm:pt modelId="{35157D78-4C24-42DF-9D94-7E4F6BFA6E5C}" type="pres">
      <dgm:prSet presAssocID="{BDC4553D-5149-4C52-989F-177EAD2B010A}" presName="iconBgRect" presStyleLbl="bgShp" presStyleIdx="0" presStyleCnt="7"/>
      <dgm:spPr/>
    </dgm:pt>
    <dgm:pt modelId="{0CD88223-5E74-46AF-9318-89E7A8D8BB15}" type="pres">
      <dgm:prSet presAssocID="{BDC4553D-5149-4C52-989F-177EAD2B010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CF429A34-62B8-4811-A87A-D94A31909C4E}" type="pres">
      <dgm:prSet presAssocID="{BDC4553D-5149-4C52-989F-177EAD2B010A}" presName="spaceRect" presStyleCnt="0"/>
      <dgm:spPr/>
    </dgm:pt>
    <dgm:pt modelId="{A3E52D42-A6ED-444E-8C80-E3C479C00D86}" type="pres">
      <dgm:prSet presAssocID="{BDC4553D-5149-4C52-989F-177EAD2B010A}" presName="textRect" presStyleLbl="revTx" presStyleIdx="0" presStyleCnt="7">
        <dgm:presLayoutVars>
          <dgm:chMax val="1"/>
          <dgm:chPref val="1"/>
        </dgm:presLayoutVars>
      </dgm:prSet>
      <dgm:spPr/>
    </dgm:pt>
    <dgm:pt modelId="{17D99F1E-270F-4A0E-BA41-27A5C7B6DEFA}" type="pres">
      <dgm:prSet presAssocID="{26DE047D-41BE-4E26-AF0B-6DE7A4E48CE6}" presName="sibTrans" presStyleLbl="sibTrans2D1" presStyleIdx="0" presStyleCnt="0"/>
      <dgm:spPr/>
    </dgm:pt>
    <dgm:pt modelId="{02B78616-4744-4F79-BF2A-8C452CF7298F}" type="pres">
      <dgm:prSet presAssocID="{C4035685-A20E-4812-8C32-B9109EFDD49B}" presName="compNode" presStyleCnt="0"/>
      <dgm:spPr/>
    </dgm:pt>
    <dgm:pt modelId="{13EC688D-7BA1-474B-8E1A-FFAE02F580C1}" type="pres">
      <dgm:prSet presAssocID="{C4035685-A20E-4812-8C32-B9109EFDD49B}" presName="iconBgRect" presStyleLbl="bgShp" presStyleIdx="1" presStyleCnt="7"/>
      <dgm:spPr/>
    </dgm:pt>
    <dgm:pt modelId="{AAFF18B2-BCFD-4C1E-894D-64A78E1306AA}" type="pres">
      <dgm:prSet presAssocID="{C4035685-A20E-4812-8C32-B9109EFDD49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CD1AA969-59FF-4947-AA87-D0D24F0816D9}" type="pres">
      <dgm:prSet presAssocID="{C4035685-A20E-4812-8C32-B9109EFDD49B}" presName="spaceRect" presStyleCnt="0"/>
      <dgm:spPr/>
    </dgm:pt>
    <dgm:pt modelId="{37195B45-AFB1-4372-AABD-2A7461A5DDEA}" type="pres">
      <dgm:prSet presAssocID="{C4035685-A20E-4812-8C32-B9109EFDD49B}" presName="textRect" presStyleLbl="revTx" presStyleIdx="1" presStyleCnt="7">
        <dgm:presLayoutVars>
          <dgm:chMax val="1"/>
          <dgm:chPref val="1"/>
        </dgm:presLayoutVars>
      </dgm:prSet>
      <dgm:spPr/>
    </dgm:pt>
    <dgm:pt modelId="{DF0A68E1-8D68-48EF-90A7-40C81AC1BF53}" type="pres">
      <dgm:prSet presAssocID="{4E8F526E-C110-468A-A239-39C4F196846A}" presName="sibTrans" presStyleLbl="sibTrans2D1" presStyleIdx="0" presStyleCnt="0"/>
      <dgm:spPr/>
    </dgm:pt>
    <dgm:pt modelId="{FC5F19BC-1EF7-45FC-A7CA-C2AFF0E50A5E}" type="pres">
      <dgm:prSet presAssocID="{FF7A127F-8A58-4833-A88E-81FEC32261E1}" presName="compNode" presStyleCnt="0"/>
      <dgm:spPr/>
    </dgm:pt>
    <dgm:pt modelId="{BC0A9AD0-C8CC-4C5D-A7EE-C8B563E70333}" type="pres">
      <dgm:prSet presAssocID="{FF7A127F-8A58-4833-A88E-81FEC32261E1}" presName="iconBgRect" presStyleLbl="bgShp" presStyleIdx="2" presStyleCnt="7"/>
      <dgm:spPr/>
    </dgm:pt>
    <dgm:pt modelId="{D2ED27DB-838D-4D03-AD84-A3C5F53FD985}" type="pres">
      <dgm:prSet presAssocID="{FF7A127F-8A58-4833-A88E-81FEC32261E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BD1DC8BF-4C55-43AC-8CE3-1C28CC086833}" type="pres">
      <dgm:prSet presAssocID="{FF7A127F-8A58-4833-A88E-81FEC32261E1}" presName="spaceRect" presStyleCnt="0"/>
      <dgm:spPr/>
    </dgm:pt>
    <dgm:pt modelId="{59D71270-9B1E-4188-8630-D12A309DE4CA}" type="pres">
      <dgm:prSet presAssocID="{FF7A127F-8A58-4833-A88E-81FEC32261E1}" presName="textRect" presStyleLbl="revTx" presStyleIdx="2" presStyleCnt="7">
        <dgm:presLayoutVars>
          <dgm:chMax val="1"/>
          <dgm:chPref val="1"/>
        </dgm:presLayoutVars>
      </dgm:prSet>
      <dgm:spPr/>
    </dgm:pt>
    <dgm:pt modelId="{3FF5E992-AEBC-4C9A-A18E-5626B928AD71}" type="pres">
      <dgm:prSet presAssocID="{A27C7230-2D58-4B9D-ADE7-A18DED324E41}" presName="sibTrans" presStyleLbl="sibTrans2D1" presStyleIdx="0" presStyleCnt="0"/>
      <dgm:spPr/>
    </dgm:pt>
    <dgm:pt modelId="{0B4C6F93-0C4B-44CF-9483-D00EE2895EFD}" type="pres">
      <dgm:prSet presAssocID="{BC916EE7-CE36-4521-8049-129BA9844FE1}" presName="compNode" presStyleCnt="0"/>
      <dgm:spPr/>
    </dgm:pt>
    <dgm:pt modelId="{F7C79DA4-DA8C-4F0F-8DB1-E187FB14B0C3}" type="pres">
      <dgm:prSet presAssocID="{BC916EE7-CE36-4521-8049-129BA9844FE1}" presName="iconBgRect" presStyleLbl="bgShp" presStyleIdx="3" presStyleCnt="7"/>
      <dgm:spPr/>
    </dgm:pt>
    <dgm:pt modelId="{F7F948FC-A0CD-4BEB-8E61-8120DB9F0C8F}" type="pres">
      <dgm:prSet presAssocID="{BC916EE7-CE36-4521-8049-129BA9844FE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E12CEE70-9A06-4795-8115-7FEC045ECB2C}" type="pres">
      <dgm:prSet presAssocID="{BC916EE7-CE36-4521-8049-129BA9844FE1}" presName="spaceRect" presStyleCnt="0"/>
      <dgm:spPr/>
    </dgm:pt>
    <dgm:pt modelId="{7A56F368-8A5B-42F3-9CA8-1253C9611C41}" type="pres">
      <dgm:prSet presAssocID="{BC916EE7-CE36-4521-8049-129BA9844FE1}" presName="textRect" presStyleLbl="revTx" presStyleIdx="3" presStyleCnt="7">
        <dgm:presLayoutVars>
          <dgm:chMax val="1"/>
          <dgm:chPref val="1"/>
        </dgm:presLayoutVars>
      </dgm:prSet>
      <dgm:spPr/>
    </dgm:pt>
    <dgm:pt modelId="{5F0EDF5E-BC9E-4A74-A909-10568CE85381}" type="pres">
      <dgm:prSet presAssocID="{A870A69F-A240-4586-9881-2516A3FFCA0C}" presName="sibTrans" presStyleLbl="sibTrans2D1" presStyleIdx="0" presStyleCnt="0"/>
      <dgm:spPr/>
    </dgm:pt>
    <dgm:pt modelId="{240F5539-C704-41F8-92B8-F0985E20D3DA}" type="pres">
      <dgm:prSet presAssocID="{99019499-BAC3-4238-BB2C-B52AFA413206}" presName="compNode" presStyleCnt="0"/>
      <dgm:spPr/>
    </dgm:pt>
    <dgm:pt modelId="{006B36F1-D4AB-4319-8882-61DECCA212F8}" type="pres">
      <dgm:prSet presAssocID="{99019499-BAC3-4238-BB2C-B52AFA413206}" presName="iconBgRect" presStyleLbl="bgShp" presStyleIdx="4" presStyleCnt="7"/>
      <dgm:spPr/>
    </dgm:pt>
    <dgm:pt modelId="{2E67386C-72BE-48B2-937E-533C7B8993FD}" type="pres">
      <dgm:prSet presAssocID="{99019499-BAC3-4238-BB2C-B52AFA41320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64F03C6-F9E6-48FE-A763-5F6D10CAF714}" type="pres">
      <dgm:prSet presAssocID="{99019499-BAC3-4238-BB2C-B52AFA413206}" presName="spaceRect" presStyleCnt="0"/>
      <dgm:spPr/>
    </dgm:pt>
    <dgm:pt modelId="{0506034D-5D9F-4E78-859F-E5E5A256EDB0}" type="pres">
      <dgm:prSet presAssocID="{99019499-BAC3-4238-BB2C-B52AFA413206}" presName="textRect" presStyleLbl="revTx" presStyleIdx="4" presStyleCnt="7">
        <dgm:presLayoutVars>
          <dgm:chMax val="1"/>
          <dgm:chPref val="1"/>
        </dgm:presLayoutVars>
      </dgm:prSet>
      <dgm:spPr/>
    </dgm:pt>
    <dgm:pt modelId="{6E754520-BCD5-43D5-A3EA-7CC062EAC254}" type="pres">
      <dgm:prSet presAssocID="{1912D1F9-AD81-4DB3-A36E-3936929BB6DA}" presName="sibTrans" presStyleLbl="sibTrans2D1" presStyleIdx="0" presStyleCnt="0"/>
      <dgm:spPr/>
    </dgm:pt>
    <dgm:pt modelId="{2F295B9A-4E10-40D5-A800-A2104BB4C517}" type="pres">
      <dgm:prSet presAssocID="{42656767-1692-4397-9902-AC6CE6FBC6FB}" presName="compNode" presStyleCnt="0"/>
      <dgm:spPr/>
    </dgm:pt>
    <dgm:pt modelId="{69BCD13F-0FA4-447D-B6A8-7BD2C634FBB5}" type="pres">
      <dgm:prSet presAssocID="{42656767-1692-4397-9902-AC6CE6FBC6FB}" presName="iconBgRect" presStyleLbl="bgShp" presStyleIdx="5" presStyleCnt="7"/>
      <dgm:spPr/>
    </dgm:pt>
    <dgm:pt modelId="{A696200A-CD38-4020-8295-84CD14257777}" type="pres">
      <dgm:prSet presAssocID="{42656767-1692-4397-9902-AC6CE6FBC6F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6C3A268-331A-47BF-865D-B240EAD4712C}" type="pres">
      <dgm:prSet presAssocID="{42656767-1692-4397-9902-AC6CE6FBC6FB}" presName="spaceRect" presStyleCnt="0"/>
      <dgm:spPr/>
    </dgm:pt>
    <dgm:pt modelId="{7040335E-EB3E-40B1-AA7E-AFC7F7452666}" type="pres">
      <dgm:prSet presAssocID="{42656767-1692-4397-9902-AC6CE6FBC6FB}" presName="textRect" presStyleLbl="revTx" presStyleIdx="5" presStyleCnt="7">
        <dgm:presLayoutVars>
          <dgm:chMax val="1"/>
          <dgm:chPref val="1"/>
        </dgm:presLayoutVars>
      </dgm:prSet>
      <dgm:spPr/>
    </dgm:pt>
    <dgm:pt modelId="{DD9577E6-8E82-4FAC-B197-B37D779C462D}" type="pres">
      <dgm:prSet presAssocID="{9E32BA88-6D2D-4AC8-B5CF-8F5C0C2B87F0}" presName="sibTrans" presStyleLbl="sibTrans2D1" presStyleIdx="0" presStyleCnt="0"/>
      <dgm:spPr/>
    </dgm:pt>
    <dgm:pt modelId="{E7041E47-4757-40D0-BE88-C96EEDFE4101}" type="pres">
      <dgm:prSet presAssocID="{4CD623A6-4E5A-4C28-B9DF-4A5EEC05BDCC}" presName="compNode" presStyleCnt="0"/>
      <dgm:spPr/>
    </dgm:pt>
    <dgm:pt modelId="{A5EE8995-96EE-4A36-908F-3E71517C2879}" type="pres">
      <dgm:prSet presAssocID="{4CD623A6-4E5A-4C28-B9DF-4A5EEC05BDCC}" presName="iconBgRect" presStyleLbl="bgShp" presStyleIdx="6" presStyleCnt="7"/>
      <dgm:spPr/>
    </dgm:pt>
    <dgm:pt modelId="{B1F016B9-4204-4522-AE91-30EAC9838C3B}" type="pres">
      <dgm:prSet presAssocID="{4CD623A6-4E5A-4C28-B9DF-4A5EEC05BDC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121E172F-BA57-4CED-A7A2-9059C6F2B13E}" type="pres">
      <dgm:prSet presAssocID="{4CD623A6-4E5A-4C28-B9DF-4A5EEC05BDCC}" presName="spaceRect" presStyleCnt="0"/>
      <dgm:spPr/>
    </dgm:pt>
    <dgm:pt modelId="{94D32810-D319-43F0-ABD3-CB48E7C1C3E4}" type="pres">
      <dgm:prSet presAssocID="{4CD623A6-4E5A-4C28-B9DF-4A5EEC05BDC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1742C70D-0C52-416F-A721-F1D5ECD98826}" srcId="{A549FB97-7B25-4606-A0E9-9EC4EEBFAF14}" destId="{C4035685-A20E-4812-8C32-B9109EFDD49B}" srcOrd="1" destOrd="0" parTransId="{39DDAF8E-3BE6-4B23-918E-A92F215C8B94}" sibTransId="{4E8F526E-C110-468A-A239-39C4F196846A}"/>
    <dgm:cxn modelId="{62267616-9EC6-4404-9FC1-3C845A4EACED}" srcId="{A549FB97-7B25-4606-A0E9-9EC4EEBFAF14}" destId="{FF7A127F-8A58-4833-A88E-81FEC32261E1}" srcOrd="2" destOrd="0" parTransId="{AC5E6701-E85D-480E-92DD-BCB0EC856B5F}" sibTransId="{A27C7230-2D58-4B9D-ADE7-A18DED324E41}"/>
    <dgm:cxn modelId="{1DA77E17-8187-4D6C-B793-1A897CE347D7}" srcId="{A549FB97-7B25-4606-A0E9-9EC4EEBFAF14}" destId="{99019499-BAC3-4238-BB2C-B52AFA413206}" srcOrd="4" destOrd="0" parTransId="{0096A0BB-A1B4-47EB-89B1-2567B1D144B6}" sibTransId="{1912D1F9-AD81-4DB3-A36E-3936929BB6DA}"/>
    <dgm:cxn modelId="{B96D751B-8948-488E-A8AB-4BE2C38701C2}" type="presOf" srcId="{99019499-BAC3-4238-BB2C-B52AFA413206}" destId="{0506034D-5D9F-4E78-859F-E5E5A256EDB0}" srcOrd="0" destOrd="0" presId="urn:microsoft.com/office/officeart/2018/2/layout/IconCircleList"/>
    <dgm:cxn modelId="{7654F827-254A-4A74-A340-CDC69FEA70DC}" type="presOf" srcId="{A27C7230-2D58-4B9D-ADE7-A18DED324E41}" destId="{3FF5E992-AEBC-4C9A-A18E-5626B928AD71}" srcOrd="0" destOrd="0" presId="urn:microsoft.com/office/officeart/2018/2/layout/IconCircleList"/>
    <dgm:cxn modelId="{58E0E22E-4DB7-4184-8921-BD3DA63E207A}" type="presOf" srcId="{42656767-1692-4397-9902-AC6CE6FBC6FB}" destId="{7040335E-EB3E-40B1-AA7E-AFC7F7452666}" srcOrd="0" destOrd="0" presId="urn:microsoft.com/office/officeart/2018/2/layout/IconCircleList"/>
    <dgm:cxn modelId="{5281322F-949A-4378-A10D-02C987F4F2FB}" srcId="{99019499-BAC3-4238-BB2C-B52AFA413206}" destId="{943AAE74-675E-43CE-9CA6-1ABEF631E1C4}" srcOrd="0" destOrd="0" parTransId="{F449D206-2B78-47F5-9823-C206401F4F09}" sibTransId="{87B84B9A-F8F7-4A4C-96C7-57147ADE6179}"/>
    <dgm:cxn modelId="{61567D5C-0F12-47AC-96E7-59FA82C0D6C1}" type="presOf" srcId="{9E32BA88-6D2D-4AC8-B5CF-8F5C0C2B87F0}" destId="{DD9577E6-8E82-4FAC-B197-B37D779C462D}" srcOrd="0" destOrd="0" presId="urn:microsoft.com/office/officeart/2018/2/layout/IconCircleList"/>
    <dgm:cxn modelId="{5D810142-6B8C-442A-805A-22679976856B}" type="presOf" srcId="{4CD623A6-4E5A-4C28-B9DF-4A5EEC05BDCC}" destId="{94D32810-D319-43F0-ABD3-CB48E7C1C3E4}" srcOrd="0" destOrd="0" presId="urn:microsoft.com/office/officeart/2018/2/layout/IconCircleList"/>
    <dgm:cxn modelId="{57AD306A-DC50-43DD-AB3B-9FBA871AF8B2}" srcId="{A549FB97-7B25-4606-A0E9-9EC4EEBFAF14}" destId="{BDC4553D-5149-4C52-989F-177EAD2B010A}" srcOrd="0" destOrd="0" parTransId="{F7CCDC0B-4368-474D-A78D-A4FEA86EAC11}" sibTransId="{26DE047D-41BE-4E26-AF0B-6DE7A4E48CE6}"/>
    <dgm:cxn modelId="{3CF3E34C-8B13-408F-8E5A-4329B55676A8}" type="presOf" srcId="{A870A69F-A240-4586-9881-2516A3FFCA0C}" destId="{5F0EDF5E-BC9E-4A74-A909-10568CE85381}" srcOrd="0" destOrd="0" presId="urn:microsoft.com/office/officeart/2018/2/layout/IconCircleList"/>
    <dgm:cxn modelId="{E5FE9476-8372-4F78-B1D0-4245727BCE9C}" type="presOf" srcId="{1912D1F9-AD81-4DB3-A36E-3936929BB6DA}" destId="{6E754520-BCD5-43D5-A3EA-7CC062EAC254}" srcOrd="0" destOrd="0" presId="urn:microsoft.com/office/officeart/2018/2/layout/IconCircleList"/>
    <dgm:cxn modelId="{5D9F467B-241F-4813-8BD4-15C3A109FA97}" type="presOf" srcId="{BC916EE7-CE36-4521-8049-129BA9844FE1}" destId="{7A56F368-8A5B-42F3-9CA8-1253C9611C41}" srcOrd="0" destOrd="0" presId="urn:microsoft.com/office/officeart/2018/2/layout/IconCircleList"/>
    <dgm:cxn modelId="{95F3AA7D-815A-4437-B330-3DCDE21D5FD6}" type="presOf" srcId="{C4035685-A20E-4812-8C32-B9109EFDD49B}" destId="{37195B45-AFB1-4372-AABD-2A7461A5DDEA}" srcOrd="0" destOrd="0" presId="urn:microsoft.com/office/officeart/2018/2/layout/IconCircleList"/>
    <dgm:cxn modelId="{CFC16A7F-89EC-4988-B734-DF6D126AAFD3}" srcId="{A549FB97-7B25-4606-A0E9-9EC4EEBFAF14}" destId="{42656767-1692-4397-9902-AC6CE6FBC6FB}" srcOrd="5" destOrd="0" parTransId="{9A3529DA-0183-4C1C-BCDA-9F98A60CDB52}" sibTransId="{9E32BA88-6D2D-4AC8-B5CF-8F5C0C2B87F0}"/>
    <dgm:cxn modelId="{74E7C488-5A8F-466F-87DB-D77DD8DD6A66}" type="presOf" srcId="{FF7A127F-8A58-4833-A88E-81FEC32261E1}" destId="{59D71270-9B1E-4188-8630-D12A309DE4CA}" srcOrd="0" destOrd="0" presId="urn:microsoft.com/office/officeart/2018/2/layout/IconCircleList"/>
    <dgm:cxn modelId="{B8ADEA8B-DCD3-4411-8C97-B666730F8C0A}" srcId="{A549FB97-7B25-4606-A0E9-9EC4EEBFAF14}" destId="{BC916EE7-CE36-4521-8049-129BA9844FE1}" srcOrd="3" destOrd="0" parTransId="{98EFBDFD-F7FA-475E-8460-29F8829E6159}" sibTransId="{A870A69F-A240-4586-9881-2516A3FFCA0C}"/>
    <dgm:cxn modelId="{F3266A8F-7804-4EE6-8597-5385AFAA6A16}" type="presOf" srcId="{26DE047D-41BE-4E26-AF0B-6DE7A4E48CE6}" destId="{17D99F1E-270F-4A0E-BA41-27A5C7B6DEFA}" srcOrd="0" destOrd="0" presId="urn:microsoft.com/office/officeart/2018/2/layout/IconCircleList"/>
    <dgm:cxn modelId="{7B585E92-DC6D-4D51-898C-15A0C17F707B}" type="presOf" srcId="{A549FB97-7B25-4606-A0E9-9EC4EEBFAF14}" destId="{E05430DB-1D4B-4E76-95EC-1035C41B9176}" srcOrd="0" destOrd="0" presId="urn:microsoft.com/office/officeart/2018/2/layout/IconCircleList"/>
    <dgm:cxn modelId="{7B79CD94-9AD7-445C-B83E-214FB0194BB9}" type="presOf" srcId="{4E8F526E-C110-468A-A239-39C4F196846A}" destId="{DF0A68E1-8D68-48EF-90A7-40C81AC1BF53}" srcOrd="0" destOrd="0" presId="urn:microsoft.com/office/officeart/2018/2/layout/IconCircleList"/>
    <dgm:cxn modelId="{935E7CC6-5350-4005-8889-F417942253CE}" srcId="{A549FB97-7B25-4606-A0E9-9EC4EEBFAF14}" destId="{4CD623A6-4E5A-4C28-B9DF-4A5EEC05BDCC}" srcOrd="6" destOrd="0" parTransId="{56408BFF-49F4-46F8-8405-2661C4B80803}" sibTransId="{E6510162-0F91-47E4-8958-DA8B793E093C}"/>
    <dgm:cxn modelId="{2057B1F1-9416-4733-9011-0A0B9C4B4839}" type="presOf" srcId="{BDC4553D-5149-4C52-989F-177EAD2B010A}" destId="{A3E52D42-A6ED-444E-8C80-E3C479C00D86}" srcOrd="0" destOrd="0" presId="urn:microsoft.com/office/officeart/2018/2/layout/IconCircleList"/>
    <dgm:cxn modelId="{7D86F7EF-4348-4A9C-8ED3-CF2074513748}" type="presParOf" srcId="{E05430DB-1D4B-4E76-95EC-1035C41B9176}" destId="{9F54196F-772A-4B8B-8A34-F5A1A75910ED}" srcOrd="0" destOrd="0" presId="urn:microsoft.com/office/officeart/2018/2/layout/IconCircleList"/>
    <dgm:cxn modelId="{7EBD9332-D6D7-4818-9E22-1F85871B3625}" type="presParOf" srcId="{9F54196F-772A-4B8B-8A34-F5A1A75910ED}" destId="{C193366E-1E7F-47B5-BBD8-0598126CF862}" srcOrd="0" destOrd="0" presId="urn:microsoft.com/office/officeart/2018/2/layout/IconCircleList"/>
    <dgm:cxn modelId="{30C7B4A5-703A-4EF3-A245-736D27373A8E}" type="presParOf" srcId="{C193366E-1E7F-47B5-BBD8-0598126CF862}" destId="{35157D78-4C24-42DF-9D94-7E4F6BFA6E5C}" srcOrd="0" destOrd="0" presId="urn:microsoft.com/office/officeart/2018/2/layout/IconCircleList"/>
    <dgm:cxn modelId="{BB8BED91-86BA-43FD-9592-07275CBE070C}" type="presParOf" srcId="{C193366E-1E7F-47B5-BBD8-0598126CF862}" destId="{0CD88223-5E74-46AF-9318-89E7A8D8BB15}" srcOrd="1" destOrd="0" presId="urn:microsoft.com/office/officeart/2018/2/layout/IconCircleList"/>
    <dgm:cxn modelId="{0B0E2FFF-44B9-4339-A632-5B7885C41937}" type="presParOf" srcId="{C193366E-1E7F-47B5-BBD8-0598126CF862}" destId="{CF429A34-62B8-4811-A87A-D94A31909C4E}" srcOrd="2" destOrd="0" presId="urn:microsoft.com/office/officeart/2018/2/layout/IconCircleList"/>
    <dgm:cxn modelId="{5B8E98FE-87C5-438E-9EC6-497EB0C3D2F1}" type="presParOf" srcId="{C193366E-1E7F-47B5-BBD8-0598126CF862}" destId="{A3E52D42-A6ED-444E-8C80-E3C479C00D86}" srcOrd="3" destOrd="0" presId="urn:microsoft.com/office/officeart/2018/2/layout/IconCircleList"/>
    <dgm:cxn modelId="{9B3AAE28-0711-475C-905F-F693167C7FB6}" type="presParOf" srcId="{9F54196F-772A-4B8B-8A34-F5A1A75910ED}" destId="{17D99F1E-270F-4A0E-BA41-27A5C7B6DEFA}" srcOrd="1" destOrd="0" presId="urn:microsoft.com/office/officeart/2018/2/layout/IconCircleList"/>
    <dgm:cxn modelId="{11336961-E74D-483B-B119-3A1D5B78C9D4}" type="presParOf" srcId="{9F54196F-772A-4B8B-8A34-F5A1A75910ED}" destId="{02B78616-4744-4F79-BF2A-8C452CF7298F}" srcOrd="2" destOrd="0" presId="urn:microsoft.com/office/officeart/2018/2/layout/IconCircleList"/>
    <dgm:cxn modelId="{13CE97AA-79AC-49C5-8B48-0B4C2AA520CA}" type="presParOf" srcId="{02B78616-4744-4F79-BF2A-8C452CF7298F}" destId="{13EC688D-7BA1-474B-8E1A-FFAE02F580C1}" srcOrd="0" destOrd="0" presId="urn:microsoft.com/office/officeart/2018/2/layout/IconCircleList"/>
    <dgm:cxn modelId="{A00D041D-1E2E-4443-97BF-288B41350B5A}" type="presParOf" srcId="{02B78616-4744-4F79-BF2A-8C452CF7298F}" destId="{AAFF18B2-BCFD-4C1E-894D-64A78E1306AA}" srcOrd="1" destOrd="0" presId="urn:microsoft.com/office/officeart/2018/2/layout/IconCircleList"/>
    <dgm:cxn modelId="{D8FD1AA6-0A39-44BE-908A-44DD55267636}" type="presParOf" srcId="{02B78616-4744-4F79-BF2A-8C452CF7298F}" destId="{CD1AA969-59FF-4947-AA87-D0D24F0816D9}" srcOrd="2" destOrd="0" presId="urn:microsoft.com/office/officeart/2018/2/layout/IconCircleList"/>
    <dgm:cxn modelId="{276A2323-5AC4-429A-9F9D-184F77362364}" type="presParOf" srcId="{02B78616-4744-4F79-BF2A-8C452CF7298F}" destId="{37195B45-AFB1-4372-AABD-2A7461A5DDEA}" srcOrd="3" destOrd="0" presId="urn:microsoft.com/office/officeart/2018/2/layout/IconCircleList"/>
    <dgm:cxn modelId="{D56A5EC4-A8BA-4A42-9803-2DC4D60DC0D4}" type="presParOf" srcId="{9F54196F-772A-4B8B-8A34-F5A1A75910ED}" destId="{DF0A68E1-8D68-48EF-90A7-40C81AC1BF53}" srcOrd="3" destOrd="0" presId="urn:microsoft.com/office/officeart/2018/2/layout/IconCircleList"/>
    <dgm:cxn modelId="{64D72F49-9F50-42C8-9CF0-B29DD902D003}" type="presParOf" srcId="{9F54196F-772A-4B8B-8A34-F5A1A75910ED}" destId="{FC5F19BC-1EF7-45FC-A7CA-C2AFF0E50A5E}" srcOrd="4" destOrd="0" presId="urn:microsoft.com/office/officeart/2018/2/layout/IconCircleList"/>
    <dgm:cxn modelId="{6F34D3DF-D1C7-4E54-9803-937EABCF8E2F}" type="presParOf" srcId="{FC5F19BC-1EF7-45FC-A7CA-C2AFF0E50A5E}" destId="{BC0A9AD0-C8CC-4C5D-A7EE-C8B563E70333}" srcOrd="0" destOrd="0" presId="urn:microsoft.com/office/officeart/2018/2/layout/IconCircleList"/>
    <dgm:cxn modelId="{A64AA626-F948-4D7C-B4A3-19EF85EC4E8F}" type="presParOf" srcId="{FC5F19BC-1EF7-45FC-A7CA-C2AFF0E50A5E}" destId="{D2ED27DB-838D-4D03-AD84-A3C5F53FD985}" srcOrd="1" destOrd="0" presId="urn:microsoft.com/office/officeart/2018/2/layout/IconCircleList"/>
    <dgm:cxn modelId="{5D239070-9222-4116-847C-D6DC8EEA63AF}" type="presParOf" srcId="{FC5F19BC-1EF7-45FC-A7CA-C2AFF0E50A5E}" destId="{BD1DC8BF-4C55-43AC-8CE3-1C28CC086833}" srcOrd="2" destOrd="0" presId="urn:microsoft.com/office/officeart/2018/2/layout/IconCircleList"/>
    <dgm:cxn modelId="{B543A94B-13FB-4D4A-B7E4-B6056428F9A1}" type="presParOf" srcId="{FC5F19BC-1EF7-45FC-A7CA-C2AFF0E50A5E}" destId="{59D71270-9B1E-4188-8630-D12A309DE4CA}" srcOrd="3" destOrd="0" presId="urn:microsoft.com/office/officeart/2018/2/layout/IconCircleList"/>
    <dgm:cxn modelId="{DA20A52B-2EA8-4F2E-BDFA-E4E923EB743A}" type="presParOf" srcId="{9F54196F-772A-4B8B-8A34-F5A1A75910ED}" destId="{3FF5E992-AEBC-4C9A-A18E-5626B928AD71}" srcOrd="5" destOrd="0" presId="urn:microsoft.com/office/officeart/2018/2/layout/IconCircleList"/>
    <dgm:cxn modelId="{583D3EA3-1B54-4E68-B7E3-4A58476CF262}" type="presParOf" srcId="{9F54196F-772A-4B8B-8A34-F5A1A75910ED}" destId="{0B4C6F93-0C4B-44CF-9483-D00EE2895EFD}" srcOrd="6" destOrd="0" presId="urn:microsoft.com/office/officeart/2018/2/layout/IconCircleList"/>
    <dgm:cxn modelId="{171EED9D-DF44-49F7-9572-BE64BEAE1C11}" type="presParOf" srcId="{0B4C6F93-0C4B-44CF-9483-D00EE2895EFD}" destId="{F7C79DA4-DA8C-4F0F-8DB1-E187FB14B0C3}" srcOrd="0" destOrd="0" presId="urn:microsoft.com/office/officeart/2018/2/layout/IconCircleList"/>
    <dgm:cxn modelId="{D44C94A5-635D-4976-B686-4088E75E9C88}" type="presParOf" srcId="{0B4C6F93-0C4B-44CF-9483-D00EE2895EFD}" destId="{F7F948FC-A0CD-4BEB-8E61-8120DB9F0C8F}" srcOrd="1" destOrd="0" presId="urn:microsoft.com/office/officeart/2018/2/layout/IconCircleList"/>
    <dgm:cxn modelId="{9CCCDB6D-6DA0-45B0-8F29-B4F01F026321}" type="presParOf" srcId="{0B4C6F93-0C4B-44CF-9483-D00EE2895EFD}" destId="{E12CEE70-9A06-4795-8115-7FEC045ECB2C}" srcOrd="2" destOrd="0" presId="urn:microsoft.com/office/officeart/2018/2/layout/IconCircleList"/>
    <dgm:cxn modelId="{B5ACF7AF-0BDC-4C73-9D80-C0543A485035}" type="presParOf" srcId="{0B4C6F93-0C4B-44CF-9483-D00EE2895EFD}" destId="{7A56F368-8A5B-42F3-9CA8-1253C9611C41}" srcOrd="3" destOrd="0" presId="urn:microsoft.com/office/officeart/2018/2/layout/IconCircleList"/>
    <dgm:cxn modelId="{9967DF94-826D-4645-B129-C5014449EF4F}" type="presParOf" srcId="{9F54196F-772A-4B8B-8A34-F5A1A75910ED}" destId="{5F0EDF5E-BC9E-4A74-A909-10568CE85381}" srcOrd="7" destOrd="0" presId="urn:microsoft.com/office/officeart/2018/2/layout/IconCircleList"/>
    <dgm:cxn modelId="{07214507-31C5-433F-9325-DB9561488EFC}" type="presParOf" srcId="{9F54196F-772A-4B8B-8A34-F5A1A75910ED}" destId="{240F5539-C704-41F8-92B8-F0985E20D3DA}" srcOrd="8" destOrd="0" presId="urn:microsoft.com/office/officeart/2018/2/layout/IconCircleList"/>
    <dgm:cxn modelId="{D3656010-1510-424C-A016-67303724922A}" type="presParOf" srcId="{240F5539-C704-41F8-92B8-F0985E20D3DA}" destId="{006B36F1-D4AB-4319-8882-61DECCA212F8}" srcOrd="0" destOrd="0" presId="urn:microsoft.com/office/officeart/2018/2/layout/IconCircleList"/>
    <dgm:cxn modelId="{995F431D-DA61-4CE7-A078-07D185D31444}" type="presParOf" srcId="{240F5539-C704-41F8-92B8-F0985E20D3DA}" destId="{2E67386C-72BE-48B2-937E-533C7B8993FD}" srcOrd="1" destOrd="0" presId="urn:microsoft.com/office/officeart/2018/2/layout/IconCircleList"/>
    <dgm:cxn modelId="{B8CE4593-3C2A-4C9D-BFB3-1B0CA7FB188B}" type="presParOf" srcId="{240F5539-C704-41F8-92B8-F0985E20D3DA}" destId="{C64F03C6-F9E6-48FE-A763-5F6D10CAF714}" srcOrd="2" destOrd="0" presId="urn:microsoft.com/office/officeart/2018/2/layout/IconCircleList"/>
    <dgm:cxn modelId="{8E870F5E-1CCB-4B28-A7BF-BD95026A62F7}" type="presParOf" srcId="{240F5539-C704-41F8-92B8-F0985E20D3DA}" destId="{0506034D-5D9F-4E78-859F-E5E5A256EDB0}" srcOrd="3" destOrd="0" presId="urn:microsoft.com/office/officeart/2018/2/layout/IconCircleList"/>
    <dgm:cxn modelId="{3652A8BC-1FC8-4189-B818-B050402AFA5A}" type="presParOf" srcId="{9F54196F-772A-4B8B-8A34-F5A1A75910ED}" destId="{6E754520-BCD5-43D5-A3EA-7CC062EAC254}" srcOrd="9" destOrd="0" presId="urn:microsoft.com/office/officeart/2018/2/layout/IconCircleList"/>
    <dgm:cxn modelId="{9A94BFF1-900D-4928-882A-EF98E68D67C9}" type="presParOf" srcId="{9F54196F-772A-4B8B-8A34-F5A1A75910ED}" destId="{2F295B9A-4E10-40D5-A800-A2104BB4C517}" srcOrd="10" destOrd="0" presId="urn:microsoft.com/office/officeart/2018/2/layout/IconCircleList"/>
    <dgm:cxn modelId="{CEC7E631-F171-4B19-98EB-DCC06533EC42}" type="presParOf" srcId="{2F295B9A-4E10-40D5-A800-A2104BB4C517}" destId="{69BCD13F-0FA4-447D-B6A8-7BD2C634FBB5}" srcOrd="0" destOrd="0" presId="urn:microsoft.com/office/officeart/2018/2/layout/IconCircleList"/>
    <dgm:cxn modelId="{242D99E6-67CA-476E-800F-37DABE5D02DD}" type="presParOf" srcId="{2F295B9A-4E10-40D5-A800-A2104BB4C517}" destId="{A696200A-CD38-4020-8295-84CD14257777}" srcOrd="1" destOrd="0" presId="urn:microsoft.com/office/officeart/2018/2/layout/IconCircleList"/>
    <dgm:cxn modelId="{10D20176-76A0-4770-A7C2-67364C65E910}" type="presParOf" srcId="{2F295B9A-4E10-40D5-A800-A2104BB4C517}" destId="{16C3A268-331A-47BF-865D-B240EAD4712C}" srcOrd="2" destOrd="0" presId="urn:microsoft.com/office/officeart/2018/2/layout/IconCircleList"/>
    <dgm:cxn modelId="{491069FF-254A-4C45-B7BB-5E39360C38D1}" type="presParOf" srcId="{2F295B9A-4E10-40D5-A800-A2104BB4C517}" destId="{7040335E-EB3E-40B1-AA7E-AFC7F7452666}" srcOrd="3" destOrd="0" presId="urn:microsoft.com/office/officeart/2018/2/layout/IconCircleList"/>
    <dgm:cxn modelId="{D3D2E23D-A7A4-485D-A38A-031024836DE1}" type="presParOf" srcId="{9F54196F-772A-4B8B-8A34-F5A1A75910ED}" destId="{DD9577E6-8E82-4FAC-B197-B37D779C462D}" srcOrd="11" destOrd="0" presId="urn:microsoft.com/office/officeart/2018/2/layout/IconCircleList"/>
    <dgm:cxn modelId="{11F3D652-4576-4FFB-B151-CF023B9BA56A}" type="presParOf" srcId="{9F54196F-772A-4B8B-8A34-F5A1A75910ED}" destId="{E7041E47-4757-40D0-BE88-C96EEDFE4101}" srcOrd="12" destOrd="0" presId="urn:microsoft.com/office/officeart/2018/2/layout/IconCircleList"/>
    <dgm:cxn modelId="{B7F9CAFE-A5C1-45EE-8ABE-12B6F2920EDE}" type="presParOf" srcId="{E7041E47-4757-40D0-BE88-C96EEDFE4101}" destId="{A5EE8995-96EE-4A36-908F-3E71517C2879}" srcOrd="0" destOrd="0" presId="urn:microsoft.com/office/officeart/2018/2/layout/IconCircleList"/>
    <dgm:cxn modelId="{002F708F-2E64-4EA6-B64D-0D7118F035FC}" type="presParOf" srcId="{E7041E47-4757-40D0-BE88-C96EEDFE4101}" destId="{B1F016B9-4204-4522-AE91-30EAC9838C3B}" srcOrd="1" destOrd="0" presId="urn:microsoft.com/office/officeart/2018/2/layout/IconCircleList"/>
    <dgm:cxn modelId="{68B403AD-0953-46CA-A6A4-CE4C123A2D06}" type="presParOf" srcId="{E7041E47-4757-40D0-BE88-C96EEDFE4101}" destId="{121E172F-BA57-4CED-A7A2-9059C6F2B13E}" srcOrd="2" destOrd="0" presId="urn:microsoft.com/office/officeart/2018/2/layout/IconCircleList"/>
    <dgm:cxn modelId="{FA85C7DB-E4A0-44F6-A4CC-4CDC33AC7A51}" type="presParOf" srcId="{E7041E47-4757-40D0-BE88-C96EEDFE4101}" destId="{94D32810-D319-43F0-ABD3-CB48E7C1C3E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3E8C14-A74C-4EDB-80DB-12D746E54FF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988B78-3B57-4FE2-87CE-EFB3CAEC2DF5}">
      <dgm:prSet/>
      <dgm:spPr/>
      <dgm:t>
        <a:bodyPr/>
        <a:lstStyle/>
        <a:p>
          <a:r>
            <a:rPr lang="en-US"/>
            <a:t>Phase 1 (0-3 months ):Develop Prototy[e app &amp; Website , secure first partners .</a:t>
          </a:r>
        </a:p>
      </dgm:t>
    </dgm:pt>
    <dgm:pt modelId="{9CEB4A99-A572-468F-A055-4BDF325B90A9}" type="parTrans" cxnId="{89898937-8897-403B-BF7A-224F0BDFBDA8}">
      <dgm:prSet/>
      <dgm:spPr/>
      <dgm:t>
        <a:bodyPr/>
        <a:lstStyle/>
        <a:p>
          <a:endParaRPr lang="en-US"/>
        </a:p>
      </dgm:t>
    </dgm:pt>
    <dgm:pt modelId="{82DE9D32-2749-42AB-B890-B758A82D892D}" type="sibTrans" cxnId="{89898937-8897-403B-BF7A-224F0BDFBDA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CE6850A-D1C5-4DC3-9C3D-7C4658C1980B}">
      <dgm:prSet/>
      <dgm:spPr/>
      <dgm:t>
        <a:bodyPr/>
        <a:lstStyle/>
        <a:p>
          <a:r>
            <a:rPr lang="en-US"/>
            <a:t>Phase 2(4 - 6 months) : Launch pilot program in Berlin with 10 Refill stations .</a:t>
          </a:r>
        </a:p>
      </dgm:t>
    </dgm:pt>
    <dgm:pt modelId="{25BF739A-3653-4ED2-A9FA-1A79CE95C7D1}" type="parTrans" cxnId="{3A814C40-005E-4D1F-80A9-CFDCC8A9D4D3}">
      <dgm:prSet/>
      <dgm:spPr/>
      <dgm:t>
        <a:bodyPr/>
        <a:lstStyle/>
        <a:p>
          <a:endParaRPr lang="en-US"/>
        </a:p>
      </dgm:t>
    </dgm:pt>
    <dgm:pt modelId="{8DEAC176-8BFA-4BE5-B48C-89428AC5082F}" type="sibTrans" cxnId="{3A814C40-005E-4D1F-80A9-CFDCC8A9D4D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AC67FEB-972A-4594-BE3B-244780254FC9}">
      <dgm:prSet/>
      <dgm:spPr/>
      <dgm:t>
        <a:bodyPr/>
        <a:lstStyle/>
        <a:p>
          <a:r>
            <a:rPr lang="en-US"/>
            <a:t>Phase 3(6 –12 months ) :Expand to other German cities .</a:t>
          </a:r>
        </a:p>
      </dgm:t>
    </dgm:pt>
    <dgm:pt modelId="{1EEC8351-CAB6-4265-8F47-029696FD60B2}" type="parTrans" cxnId="{B5E12645-4FC3-47D6-931C-521E8441A592}">
      <dgm:prSet/>
      <dgm:spPr/>
      <dgm:t>
        <a:bodyPr/>
        <a:lstStyle/>
        <a:p>
          <a:endParaRPr lang="en-US"/>
        </a:p>
      </dgm:t>
    </dgm:pt>
    <dgm:pt modelId="{20BBBA9F-B52C-4FB4-BB1D-64E60CC46127}" type="sibTrans" cxnId="{B5E12645-4FC3-47D6-931C-521E8441A59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69DFD96-E3D7-4C99-9B9B-D72E9C93EC51}">
      <dgm:prSet/>
      <dgm:spPr/>
      <dgm:t>
        <a:bodyPr/>
        <a:lstStyle/>
        <a:p>
          <a:r>
            <a:rPr lang="en-US"/>
            <a:t>Phase 4 (Year 2+): scale across major European cities</a:t>
          </a:r>
        </a:p>
      </dgm:t>
    </dgm:pt>
    <dgm:pt modelId="{D71CA272-907D-4E90-8593-AFD7B90D11AB}" type="parTrans" cxnId="{4B6C92B8-DCD8-40AF-A27A-3560526EBD41}">
      <dgm:prSet/>
      <dgm:spPr/>
      <dgm:t>
        <a:bodyPr/>
        <a:lstStyle/>
        <a:p>
          <a:endParaRPr lang="en-US"/>
        </a:p>
      </dgm:t>
    </dgm:pt>
    <dgm:pt modelId="{31C7099E-6A4B-45B1-A775-B852247F38A7}" type="sibTrans" cxnId="{4B6C92B8-DCD8-40AF-A27A-3560526EBD4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9BE8AD9-780F-4D92-8439-363C20F7B50E}" type="pres">
      <dgm:prSet presAssocID="{9A3E8C14-A74C-4EDB-80DB-12D746E54FF0}" presName="Name0" presStyleCnt="0">
        <dgm:presLayoutVars>
          <dgm:animLvl val="lvl"/>
          <dgm:resizeHandles val="exact"/>
        </dgm:presLayoutVars>
      </dgm:prSet>
      <dgm:spPr/>
    </dgm:pt>
    <dgm:pt modelId="{61E6AB39-BA2A-4073-A46C-94DE4B116A8E}" type="pres">
      <dgm:prSet presAssocID="{26988B78-3B57-4FE2-87CE-EFB3CAEC2DF5}" presName="compositeNode" presStyleCnt="0">
        <dgm:presLayoutVars>
          <dgm:bulletEnabled val="1"/>
        </dgm:presLayoutVars>
      </dgm:prSet>
      <dgm:spPr/>
    </dgm:pt>
    <dgm:pt modelId="{C29D6ED5-4299-4449-9F67-3736239F0437}" type="pres">
      <dgm:prSet presAssocID="{26988B78-3B57-4FE2-87CE-EFB3CAEC2DF5}" presName="bgRect" presStyleLbl="bgAccFollowNode1" presStyleIdx="0" presStyleCnt="4"/>
      <dgm:spPr/>
    </dgm:pt>
    <dgm:pt modelId="{59684514-944E-461D-86E7-A50B0D5F707A}" type="pres">
      <dgm:prSet presAssocID="{82DE9D32-2749-42AB-B890-B758A82D892D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7EE32BB7-7FCE-4EAB-AEFF-188D3194FD2C}" type="pres">
      <dgm:prSet presAssocID="{26988B78-3B57-4FE2-87CE-EFB3CAEC2DF5}" presName="bottomLine" presStyleLbl="alignNode1" presStyleIdx="1" presStyleCnt="8">
        <dgm:presLayoutVars/>
      </dgm:prSet>
      <dgm:spPr/>
    </dgm:pt>
    <dgm:pt modelId="{653FE8AF-585F-4BEA-B44B-AED53FCAA547}" type="pres">
      <dgm:prSet presAssocID="{26988B78-3B57-4FE2-87CE-EFB3CAEC2DF5}" presName="nodeText" presStyleLbl="bgAccFollowNode1" presStyleIdx="0" presStyleCnt="4">
        <dgm:presLayoutVars>
          <dgm:bulletEnabled val="1"/>
        </dgm:presLayoutVars>
      </dgm:prSet>
      <dgm:spPr/>
    </dgm:pt>
    <dgm:pt modelId="{9D61BCE3-3887-4DEE-93CA-E2775B784174}" type="pres">
      <dgm:prSet presAssocID="{82DE9D32-2749-42AB-B890-B758A82D892D}" presName="sibTrans" presStyleCnt="0"/>
      <dgm:spPr/>
    </dgm:pt>
    <dgm:pt modelId="{77E05453-E477-462A-802B-238E2060776D}" type="pres">
      <dgm:prSet presAssocID="{ACE6850A-D1C5-4DC3-9C3D-7C4658C1980B}" presName="compositeNode" presStyleCnt="0">
        <dgm:presLayoutVars>
          <dgm:bulletEnabled val="1"/>
        </dgm:presLayoutVars>
      </dgm:prSet>
      <dgm:spPr/>
    </dgm:pt>
    <dgm:pt modelId="{07C304D4-AA5D-4CC1-9E08-600BC653ED2C}" type="pres">
      <dgm:prSet presAssocID="{ACE6850A-D1C5-4DC3-9C3D-7C4658C1980B}" presName="bgRect" presStyleLbl="bgAccFollowNode1" presStyleIdx="1" presStyleCnt="4"/>
      <dgm:spPr/>
    </dgm:pt>
    <dgm:pt modelId="{BE313E2B-C9D9-46D7-899B-1EFA22945C80}" type="pres">
      <dgm:prSet presAssocID="{8DEAC176-8BFA-4BE5-B48C-89428AC5082F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255649C-6CFB-4677-93FB-0F85B6EAD557}" type="pres">
      <dgm:prSet presAssocID="{ACE6850A-D1C5-4DC3-9C3D-7C4658C1980B}" presName="bottomLine" presStyleLbl="alignNode1" presStyleIdx="3" presStyleCnt="8">
        <dgm:presLayoutVars/>
      </dgm:prSet>
      <dgm:spPr/>
    </dgm:pt>
    <dgm:pt modelId="{15C5FAA1-2976-4061-BD7D-1111EA528F39}" type="pres">
      <dgm:prSet presAssocID="{ACE6850A-D1C5-4DC3-9C3D-7C4658C1980B}" presName="nodeText" presStyleLbl="bgAccFollowNode1" presStyleIdx="1" presStyleCnt="4">
        <dgm:presLayoutVars>
          <dgm:bulletEnabled val="1"/>
        </dgm:presLayoutVars>
      </dgm:prSet>
      <dgm:spPr/>
    </dgm:pt>
    <dgm:pt modelId="{037C06E8-09FA-476C-B8F9-0E79A0644421}" type="pres">
      <dgm:prSet presAssocID="{8DEAC176-8BFA-4BE5-B48C-89428AC5082F}" presName="sibTrans" presStyleCnt="0"/>
      <dgm:spPr/>
    </dgm:pt>
    <dgm:pt modelId="{F0212605-7CAB-4D3C-9773-B08F8B18A517}" type="pres">
      <dgm:prSet presAssocID="{FAC67FEB-972A-4594-BE3B-244780254FC9}" presName="compositeNode" presStyleCnt="0">
        <dgm:presLayoutVars>
          <dgm:bulletEnabled val="1"/>
        </dgm:presLayoutVars>
      </dgm:prSet>
      <dgm:spPr/>
    </dgm:pt>
    <dgm:pt modelId="{18AA77AC-DDD0-464D-AD30-802E89E01AF6}" type="pres">
      <dgm:prSet presAssocID="{FAC67FEB-972A-4594-BE3B-244780254FC9}" presName="bgRect" presStyleLbl="bgAccFollowNode1" presStyleIdx="2" presStyleCnt="4"/>
      <dgm:spPr/>
    </dgm:pt>
    <dgm:pt modelId="{5C985740-F113-42A3-B53F-C9DFBBE010C8}" type="pres">
      <dgm:prSet presAssocID="{20BBBA9F-B52C-4FB4-BB1D-64E60CC46127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D6AFA41-9CFD-47CE-8582-443870CCEFFC}" type="pres">
      <dgm:prSet presAssocID="{FAC67FEB-972A-4594-BE3B-244780254FC9}" presName="bottomLine" presStyleLbl="alignNode1" presStyleIdx="5" presStyleCnt="8">
        <dgm:presLayoutVars/>
      </dgm:prSet>
      <dgm:spPr/>
    </dgm:pt>
    <dgm:pt modelId="{8AB57098-4B9B-46EB-992D-937438FFE33B}" type="pres">
      <dgm:prSet presAssocID="{FAC67FEB-972A-4594-BE3B-244780254FC9}" presName="nodeText" presStyleLbl="bgAccFollowNode1" presStyleIdx="2" presStyleCnt="4">
        <dgm:presLayoutVars>
          <dgm:bulletEnabled val="1"/>
        </dgm:presLayoutVars>
      </dgm:prSet>
      <dgm:spPr/>
    </dgm:pt>
    <dgm:pt modelId="{7B488B25-3D40-4291-A8D4-8351B9A6D06B}" type="pres">
      <dgm:prSet presAssocID="{20BBBA9F-B52C-4FB4-BB1D-64E60CC46127}" presName="sibTrans" presStyleCnt="0"/>
      <dgm:spPr/>
    </dgm:pt>
    <dgm:pt modelId="{DFEFC40D-9CA4-4835-9CC4-697FFD5BC772}" type="pres">
      <dgm:prSet presAssocID="{269DFD96-E3D7-4C99-9B9B-D72E9C93EC51}" presName="compositeNode" presStyleCnt="0">
        <dgm:presLayoutVars>
          <dgm:bulletEnabled val="1"/>
        </dgm:presLayoutVars>
      </dgm:prSet>
      <dgm:spPr/>
    </dgm:pt>
    <dgm:pt modelId="{63AB8559-E610-4858-B916-34F8F9200D24}" type="pres">
      <dgm:prSet presAssocID="{269DFD96-E3D7-4C99-9B9B-D72E9C93EC51}" presName="bgRect" presStyleLbl="bgAccFollowNode1" presStyleIdx="3" presStyleCnt="4"/>
      <dgm:spPr/>
    </dgm:pt>
    <dgm:pt modelId="{326A0536-D2F3-4024-BCB7-5C645EB32BDA}" type="pres">
      <dgm:prSet presAssocID="{31C7099E-6A4B-45B1-A775-B852247F38A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8A320A10-ADB1-43E4-9124-4E399FD44774}" type="pres">
      <dgm:prSet presAssocID="{269DFD96-E3D7-4C99-9B9B-D72E9C93EC51}" presName="bottomLine" presStyleLbl="alignNode1" presStyleIdx="7" presStyleCnt="8">
        <dgm:presLayoutVars/>
      </dgm:prSet>
      <dgm:spPr/>
    </dgm:pt>
    <dgm:pt modelId="{4D082553-6C00-4C57-9689-8D57C8E59B92}" type="pres">
      <dgm:prSet presAssocID="{269DFD96-E3D7-4C99-9B9B-D72E9C93EC51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79405A1D-AA60-41FF-9140-E51198E09453}" type="presOf" srcId="{26988B78-3B57-4FE2-87CE-EFB3CAEC2DF5}" destId="{C29D6ED5-4299-4449-9F67-3736239F0437}" srcOrd="0" destOrd="0" presId="urn:microsoft.com/office/officeart/2016/7/layout/BasicLinearProcessNumbered"/>
    <dgm:cxn modelId="{427F2330-9B90-4FA2-BC11-ED15D6B8DB84}" type="presOf" srcId="{269DFD96-E3D7-4C99-9B9B-D72E9C93EC51}" destId="{4D082553-6C00-4C57-9689-8D57C8E59B92}" srcOrd="1" destOrd="0" presId="urn:microsoft.com/office/officeart/2016/7/layout/BasicLinearProcessNumbered"/>
    <dgm:cxn modelId="{89898937-8897-403B-BF7A-224F0BDFBDA8}" srcId="{9A3E8C14-A74C-4EDB-80DB-12D746E54FF0}" destId="{26988B78-3B57-4FE2-87CE-EFB3CAEC2DF5}" srcOrd="0" destOrd="0" parTransId="{9CEB4A99-A572-468F-A055-4BDF325B90A9}" sibTransId="{82DE9D32-2749-42AB-B890-B758A82D892D}"/>
    <dgm:cxn modelId="{3A814C40-005E-4D1F-80A9-CFDCC8A9D4D3}" srcId="{9A3E8C14-A74C-4EDB-80DB-12D746E54FF0}" destId="{ACE6850A-D1C5-4DC3-9C3D-7C4658C1980B}" srcOrd="1" destOrd="0" parTransId="{25BF739A-3653-4ED2-A9FA-1A79CE95C7D1}" sibTransId="{8DEAC176-8BFA-4BE5-B48C-89428AC5082F}"/>
    <dgm:cxn modelId="{B2F9755B-1BAD-4F70-B4A9-9D4C3A699007}" type="presOf" srcId="{FAC67FEB-972A-4594-BE3B-244780254FC9}" destId="{18AA77AC-DDD0-464D-AD30-802E89E01AF6}" srcOrd="0" destOrd="0" presId="urn:microsoft.com/office/officeart/2016/7/layout/BasicLinearProcessNumbered"/>
    <dgm:cxn modelId="{5D69865C-8E68-47EB-9DC5-13471311FBA6}" type="presOf" srcId="{20BBBA9F-B52C-4FB4-BB1D-64E60CC46127}" destId="{5C985740-F113-42A3-B53F-C9DFBBE010C8}" srcOrd="0" destOrd="0" presId="urn:microsoft.com/office/officeart/2016/7/layout/BasicLinearProcessNumbered"/>
    <dgm:cxn modelId="{B5E12645-4FC3-47D6-931C-521E8441A592}" srcId="{9A3E8C14-A74C-4EDB-80DB-12D746E54FF0}" destId="{FAC67FEB-972A-4594-BE3B-244780254FC9}" srcOrd="2" destOrd="0" parTransId="{1EEC8351-CAB6-4265-8F47-029696FD60B2}" sibTransId="{20BBBA9F-B52C-4FB4-BB1D-64E60CC46127}"/>
    <dgm:cxn modelId="{12952871-773E-4716-8047-78058D33B089}" type="presOf" srcId="{82DE9D32-2749-42AB-B890-B758A82D892D}" destId="{59684514-944E-461D-86E7-A50B0D5F707A}" srcOrd="0" destOrd="0" presId="urn:microsoft.com/office/officeart/2016/7/layout/BasicLinearProcessNumbered"/>
    <dgm:cxn modelId="{7B1FC487-DCD3-497E-A65B-56615B406D9A}" type="presOf" srcId="{31C7099E-6A4B-45B1-A775-B852247F38A7}" destId="{326A0536-D2F3-4024-BCB7-5C645EB32BDA}" srcOrd="0" destOrd="0" presId="urn:microsoft.com/office/officeart/2016/7/layout/BasicLinearProcessNumbered"/>
    <dgm:cxn modelId="{AD119B94-8B71-4AB9-8CFF-CB86ED5274EF}" type="presOf" srcId="{26988B78-3B57-4FE2-87CE-EFB3CAEC2DF5}" destId="{653FE8AF-585F-4BEA-B44B-AED53FCAA547}" srcOrd="1" destOrd="0" presId="urn:microsoft.com/office/officeart/2016/7/layout/BasicLinearProcessNumbered"/>
    <dgm:cxn modelId="{4D84C696-5654-4C79-9AC3-B9B7C26D4EBA}" type="presOf" srcId="{9A3E8C14-A74C-4EDB-80DB-12D746E54FF0}" destId="{79BE8AD9-780F-4D92-8439-363C20F7B50E}" srcOrd="0" destOrd="0" presId="urn:microsoft.com/office/officeart/2016/7/layout/BasicLinearProcessNumbered"/>
    <dgm:cxn modelId="{E856A29B-7BB3-4958-A668-659E79EE63A4}" type="presOf" srcId="{8DEAC176-8BFA-4BE5-B48C-89428AC5082F}" destId="{BE313E2B-C9D9-46D7-899B-1EFA22945C80}" srcOrd="0" destOrd="0" presId="urn:microsoft.com/office/officeart/2016/7/layout/BasicLinearProcessNumbered"/>
    <dgm:cxn modelId="{4B6C92B8-DCD8-40AF-A27A-3560526EBD41}" srcId="{9A3E8C14-A74C-4EDB-80DB-12D746E54FF0}" destId="{269DFD96-E3D7-4C99-9B9B-D72E9C93EC51}" srcOrd="3" destOrd="0" parTransId="{D71CA272-907D-4E90-8593-AFD7B90D11AB}" sibTransId="{31C7099E-6A4B-45B1-A775-B852247F38A7}"/>
    <dgm:cxn modelId="{E4FAC7D3-3D34-4648-88A1-84AE8A529411}" type="presOf" srcId="{ACE6850A-D1C5-4DC3-9C3D-7C4658C1980B}" destId="{15C5FAA1-2976-4061-BD7D-1111EA528F39}" srcOrd="1" destOrd="0" presId="urn:microsoft.com/office/officeart/2016/7/layout/BasicLinearProcessNumbered"/>
    <dgm:cxn modelId="{06E07CDD-A2C9-4857-B9D0-FF0E17B3C842}" type="presOf" srcId="{FAC67FEB-972A-4594-BE3B-244780254FC9}" destId="{8AB57098-4B9B-46EB-992D-937438FFE33B}" srcOrd="1" destOrd="0" presId="urn:microsoft.com/office/officeart/2016/7/layout/BasicLinearProcessNumbered"/>
    <dgm:cxn modelId="{BEBE3AF2-BDA7-49F4-B0D5-D6E61AEA9C85}" type="presOf" srcId="{269DFD96-E3D7-4C99-9B9B-D72E9C93EC51}" destId="{63AB8559-E610-4858-B916-34F8F9200D24}" srcOrd="0" destOrd="0" presId="urn:microsoft.com/office/officeart/2016/7/layout/BasicLinearProcessNumbered"/>
    <dgm:cxn modelId="{F483D8F5-D235-49B1-BD3B-8E2B34AFEA58}" type="presOf" srcId="{ACE6850A-D1C5-4DC3-9C3D-7C4658C1980B}" destId="{07C304D4-AA5D-4CC1-9E08-600BC653ED2C}" srcOrd="0" destOrd="0" presId="urn:microsoft.com/office/officeart/2016/7/layout/BasicLinearProcessNumbered"/>
    <dgm:cxn modelId="{65771CB1-FAA8-4245-847E-D80DBB5E1D86}" type="presParOf" srcId="{79BE8AD9-780F-4D92-8439-363C20F7B50E}" destId="{61E6AB39-BA2A-4073-A46C-94DE4B116A8E}" srcOrd="0" destOrd="0" presId="urn:microsoft.com/office/officeart/2016/7/layout/BasicLinearProcessNumbered"/>
    <dgm:cxn modelId="{C6EF9733-0611-4DA0-A4BF-29C13E7023F9}" type="presParOf" srcId="{61E6AB39-BA2A-4073-A46C-94DE4B116A8E}" destId="{C29D6ED5-4299-4449-9F67-3736239F0437}" srcOrd="0" destOrd="0" presId="urn:microsoft.com/office/officeart/2016/7/layout/BasicLinearProcessNumbered"/>
    <dgm:cxn modelId="{39A4E23D-4211-40A5-A7BA-FE1A1A4D7297}" type="presParOf" srcId="{61E6AB39-BA2A-4073-A46C-94DE4B116A8E}" destId="{59684514-944E-461D-86E7-A50B0D5F707A}" srcOrd="1" destOrd="0" presId="urn:microsoft.com/office/officeart/2016/7/layout/BasicLinearProcessNumbered"/>
    <dgm:cxn modelId="{20A6816C-C0AB-482F-ADF5-E4FF742049F9}" type="presParOf" srcId="{61E6AB39-BA2A-4073-A46C-94DE4B116A8E}" destId="{7EE32BB7-7FCE-4EAB-AEFF-188D3194FD2C}" srcOrd="2" destOrd="0" presId="urn:microsoft.com/office/officeart/2016/7/layout/BasicLinearProcessNumbered"/>
    <dgm:cxn modelId="{AB47B3BC-8D81-41C1-AFB7-298F3CC0A827}" type="presParOf" srcId="{61E6AB39-BA2A-4073-A46C-94DE4B116A8E}" destId="{653FE8AF-585F-4BEA-B44B-AED53FCAA547}" srcOrd="3" destOrd="0" presId="urn:microsoft.com/office/officeart/2016/7/layout/BasicLinearProcessNumbered"/>
    <dgm:cxn modelId="{33D4FD1E-3B5A-473F-85C7-61F5BF8B3EFC}" type="presParOf" srcId="{79BE8AD9-780F-4D92-8439-363C20F7B50E}" destId="{9D61BCE3-3887-4DEE-93CA-E2775B784174}" srcOrd="1" destOrd="0" presId="urn:microsoft.com/office/officeart/2016/7/layout/BasicLinearProcessNumbered"/>
    <dgm:cxn modelId="{9578E589-E382-4CA6-8787-C2DBB9CE4713}" type="presParOf" srcId="{79BE8AD9-780F-4D92-8439-363C20F7B50E}" destId="{77E05453-E477-462A-802B-238E2060776D}" srcOrd="2" destOrd="0" presId="urn:microsoft.com/office/officeart/2016/7/layout/BasicLinearProcessNumbered"/>
    <dgm:cxn modelId="{C83A3894-3F92-49C4-A0EE-97F660745DA9}" type="presParOf" srcId="{77E05453-E477-462A-802B-238E2060776D}" destId="{07C304D4-AA5D-4CC1-9E08-600BC653ED2C}" srcOrd="0" destOrd="0" presId="urn:microsoft.com/office/officeart/2016/7/layout/BasicLinearProcessNumbered"/>
    <dgm:cxn modelId="{9940EFCA-26CD-468B-84FB-4E1BD2C9DB8A}" type="presParOf" srcId="{77E05453-E477-462A-802B-238E2060776D}" destId="{BE313E2B-C9D9-46D7-899B-1EFA22945C80}" srcOrd="1" destOrd="0" presId="urn:microsoft.com/office/officeart/2016/7/layout/BasicLinearProcessNumbered"/>
    <dgm:cxn modelId="{FACC79CB-C325-45C6-845C-2B2A89C70621}" type="presParOf" srcId="{77E05453-E477-462A-802B-238E2060776D}" destId="{F255649C-6CFB-4677-93FB-0F85B6EAD557}" srcOrd="2" destOrd="0" presId="urn:microsoft.com/office/officeart/2016/7/layout/BasicLinearProcessNumbered"/>
    <dgm:cxn modelId="{4848D8CD-FF6F-412F-8214-8FAE0CE6A61D}" type="presParOf" srcId="{77E05453-E477-462A-802B-238E2060776D}" destId="{15C5FAA1-2976-4061-BD7D-1111EA528F39}" srcOrd="3" destOrd="0" presId="urn:microsoft.com/office/officeart/2016/7/layout/BasicLinearProcessNumbered"/>
    <dgm:cxn modelId="{39DFCD0A-C869-439F-ABBA-C2CC41BAC704}" type="presParOf" srcId="{79BE8AD9-780F-4D92-8439-363C20F7B50E}" destId="{037C06E8-09FA-476C-B8F9-0E79A0644421}" srcOrd="3" destOrd="0" presId="urn:microsoft.com/office/officeart/2016/7/layout/BasicLinearProcessNumbered"/>
    <dgm:cxn modelId="{1D091657-7B14-41F5-BA94-5C3597DB0E8E}" type="presParOf" srcId="{79BE8AD9-780F-4D92-8439-363C20F7B50E}" destId="{F0212605-7CAB-4D3C-9773-B08F8B18A517}" srcOrd="4" destOrd="0" presId="urn:microsoft.com/office/officeart/2016/7/layout/BasicLinearProcessNumbered"/>
    <dgm:cxn modelId="{2F925ADB-683B-42F8-914E-EFDE737EDDDB}" type="presParOf" srcId="{F0212605-7CAB-4D3C-9773-B08F8B18A517}" destId="{18AA77AC-DDD0-464D-AD30-802E89E01AF6}" srcOrd="0" destOrd="0" presId="urn:microsoft.com/office/officeart/2016/7/layout/BasicLinearProcessNumbered"/>
    <dgm:cxn modelId="{14F34FC2-884B-4EB6-AECC-B10D64F5F4CD}" type="presParOf" srcId="{F0212605-7CAB-4D3C-9773-B08F8B18A517}" destId="{5C985740-F113-42A3-B53F-C9DFBBE010C8}" srcOrd="1" destOrd="0" presId="urn:microsoft.com/office/officeart/2016/7/layout/BasicLinearProcessNumbered"/>
    <dgm:cxn modelId="{37513390-C042-4CA7-ADA3-16A13ADB0FD7}" type="presParOf" srcId="{F0212605-7CAB-4D3C-9773-B08F8B18A517}" destId="{6D6AFA41-9CFD-47CE-8582-443870CCEFFC}" srcOrd="2" destOrd="0" presId="urn:microsoft.com/office/officeart/2016/7/layout/BasicLinearProcessNumbered"/>
    <dgm:cxn modelId="{7D2AB52D-ED1A-450C-8F5C-FB4820D99AAA}" type="presParOf" srcId="{F0212605-7CAB-4D3C-9773-B08F8B18A517}" destId="{8AB57098-4B9B-46EB-992D-937438FFE33B}" srcOrd="3" destOrd="0" presId="urn:microsoft.com/office/officeart/2016/7/layout/BasicLinearProcessNumbered"/>
    <dgm:cxn modelId="{B8A196BC-0ACA-4A07-8824-82BEDE86DFB9}" type="presParOf" srcId="{79BE8AD9-780F-4D92-8439-363C20F7B50E}" destId="{7B488B25-3D40-4291-A8D4-8351B9A6D06B}" srcOrd="5" destOrd="0" presId="urn:microsoft.com/office/officeart/2016/7/layout/BasicLinearProcessNumbered"/>
    <dgm:cxn modelId="{E10A8DD1-C7C3-43F0-AC2B-1B7CBC1FF4A0}" type="presParOf" srcId="{79BE8AD9-780F-4D92-8439-363C20F7B50E}" destId="{DFEFC40D-9CA4-4835-9CC4-697FFD5BC772}" srcOrd="6" destOrd="0" presId="urn:microsoft.com/office/officeart/2016/7/layout/BasicLinearProcessNumbered"/>
    <dgm:cxn modelId="{94F1C30B-CFB2-444C-AFB4-7FFACBC23E92}" type="presParOf" srcId="{DFEFC40D-9CA4-4835-9CC4-697FFD5BC772}" destId="{63AB8559-E610-4858-B916-34F8F9200D24}" srcOrd="0" destOrd="0" presId="urn:microsoft.com/office/officeart/2016/7/layout/BasicLinearProcessNumbered"/>
    <dgm:cxn modelId="{40DE5D16-8D8D-4930-BE34-A8CF269D7934}" type="presParOf" srcId="{DFEFC40D-9CA4-4835-9CC4-697FFD5BC772}" destId="{326A0536-D2F3-4024-BCB7-5C645EB32BDA}" srcOrd="1" destOrd="0" presId="urn:microsoft.com/office/officeart/2016/7/layout/BasicLinearProcessNumbered"/>
    <dgm:cxn modelId="{08D9A6E0-EF30-4D09-B4A7-BFC4FBC727E4}" type="presParOf" srcId="{DFEFC40D-9CA4-4835-9CC4-697FFD5BC772}" destId="{8A320A10-ADB1-43E4-9124-4E399FD44774}" srcOrd="2" destOrd="0" presId="urn:microsoft.com/office/officeart/2016/7/layout/BasicLinearProcessNumbered"/>
    <dgm:cxn modelId="{36A8EDD2-B1C8-4233-B119-773C038632FA}" type="presParOf" srcId="{DFEFC40D-9CA4-4835-9CC4-697FFD5BC772}" destId="{4D082553-6C00-4C57-9689-8D57C8E59B9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57D78-4C24-42DF-9D94-7E4F6BFA6E5C}">
      <dsp:nvSpPr>
        <dsp:cNvPr id="0" name=""/>
        <dsp:cNvSpPr/>
      </dsp:nvSpPr>
      <dsp:spPr>
        <a:xfrm>
          <a:off x="996326" y="103089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88223-5E74-46AF-9318-89E7A8D8BB15}">
      <dsp:nvSpPr>
        <dsp:cNvPr id="0" name=""/>
        <dsp:cNvSpPr/>
      </dsp:nvSpPr>
      <dsp:spPr>
        <a:xfrm>
          <a:off x="1154688" y="261451"/>
          <a:ext cx="437381" cy="4373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52D42-A6ED-444E-8C80-E3C479C00D86}">
      <dsp:nvSpPr>
        <dsp:cNvPr id="0" name=""/>
        <dsp:cNvSpPr/>
      </dsp:nvSpPr>
      <dsp:spPr>
        <a:xfrm>
          <a:off x="1912027" y="103089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Branding: "Refill, Reduce,Reward"</a:t>
          </a:r>
        </a:p>
      </dsp:txBody>
      <dsp:txXfrm>
        <a:off x="1912027" y="103089"/>
        <a:ext cx="1777537" cy="754106"/>
      </dsp:txXfrm>
    </dsp:sp>
    <dsp:sp modelId="{13EC688D-7BA1-474B-8E1A-FFAE02F580C1}">
      <dsp:nvSpPr>
        <dsp:cNvPr id="0" name=""/>
        <dsp:cNvSpPr/>
      </dsp:nvSpPr>
      <dsp:spPr>
        <a:xfrm>
          <a:off x="3999286" y="103089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F18B2-BCFD-4C1E-894D-64A78E1306AA}">
      <dsp:nvSpPr>
        <dsp:cNvPr id="0" name=""/>
        <dsp:cNvSpPr/>
      </dsp:nvSpPr>
      <dsp:spPr>
        <a:xfrm>
          <a:off x="4157649" y="261451"/>
          <a:ext cx="437381" cy="4373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95B45-AFB1-4372-AABD-2A7461A5DDEA}">
      <dsp:nvSpPr>
        <dsp:cNvPr id="0" name=""/>
        <dsp:cNvSpPr/>
      </dsp:nvSpPr>
      <dsp:spPr>
        <a:xfrm>
          <a:off x="4914987" y="103089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Promotion:</a:t>
          </a:r>
        </a:p>
      </dsp:txBody>
      <dsp:txXfrm>
        <a:off x="4914987" y="103089"/>
        <a:ext cx="1777537" cy="754106"/>
      </dsp:txXfrm>
    </dsp:sp>
    <dsp:sp modelId="{BC0A9AD0-C8CC-4C5D-A7EE-C8B563E70333}">
      <dsp:nvSpPr>
        <dsp:cNvPr id="0" name=""/>
        <dsp:cNvSpPr/>
      </dsp:nvSpPr>
      <dsp:spPr>
        <a:xfrm>
          <a:off x="7002247" y="103089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D27DB-838D-4D03-AD84-A3C5F53FD985}">
      <dsp:nvSpPr>
        <dsp:cNvPr id="0" name=""/>
        <dsp:cNvSpPr/>
      </dsp:nvSpPr>
      <dsp:spPr>
        <a:xfrm>
          <a:off x="7160609" y="261451"/>
          <a:ext cx="437381" cy="4373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71270-9B1E-4188-8630-D12A309DE4CA}">
      <dsp:nvSpPr>
        <dsp:cNvPr id="0" name=""/>
        <dsp:cNvSpPr/>
      </dsp:nvSpPr>
      <dsp:spPr>
        <a:xfrm>
          <a:off x="7917948" y="103089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-Social media eco-campaign .</a:t>
          </a:r>
        </a:p>
      </dsp:txBody>
      <dsp:txXfrm>
        <a:off x="7917948" y="103089"/>
        <a:ext cx="1777537" cy="754106"/>
      </dsp:txXfrm>
    </dsp:sp>
    <dsp:sp modelId="{F7C79DA4-DA8C-4F0F-8DB1-E187FB14B0C3}">
      <dsp:nvSpPr>
        <dsp:cNvPr id="0" name=""/>
        <dsp:cNvSpPr/>
      </dsp:nvSpPr>
      <dsp:spPr>
        <a:xfrm>
          <a:off x="996326" y="1493021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948FC-A0CD-4BEB-8E61-8120DB9F0C8F}">
      <dsp:nvSpPr>
        <dsp:cNvPr id="0" name=""/>
        <dsp:cNvSpPr/>
      </dsp:nvSpPr>
      <dsp:spPr>
        <a:xfrm>
          <a:off x="1154688" y="1651384"/>
          <a:ext cx="437381" cy="4373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6F368-8A5B-42F3-9CA8-1253C9611C41}">
      <dsp:nvSpPr>
        <dsp:cNvPr id="0" name=""/>
        <dsp:cNvSpPr/>
      </dsp:nvSpPr>
      <dsp:spPr>
        <a:xfrm>
          <a:off x="1912027" y="1493021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partnerships with Universities &amp;  eco-communities.</a:t>
          </a:r>
        </a:p>
      </dsp:txBody>
      <dsp:txXfrm>
        <a:off x="1912027" y="1493021"/>
        <a:ext cx="1777537" cy="754106"/>
      </dsp:txXfrm>
    </dsp:sp>
    <dsp:sp modelId="{006B36F1-D4AB-4319-8882-61DECCA212F8}">
      <dsp:nvSpPr>
        <dsp:cNvPr id="0" name=""/>
        <dsp:cNvSpPr/>
      </dsp:nvSpPr>
      <dsp:spPr>
        <a:xfrm>
          <a:off x="3999286" y="1493021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7386C-72BE-48B2-937E-533C7B8993FD}">
      <dsp:nvSpPr>
        <dsp:cNvPr id="0" name=""/>
        <dsp:cNvSpPr/>
      </dsp:nvSpPr>
      <dsp:spPr>
        <a:xfrm>
          <a:off x="4157649" y="1651384"/>
          <a:ext cx="437381" cy="43738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6034D-5D9F-4E78-859F-E5E5A256EDB0}">
      <dsp:nvSpPr>
        <dsp:cNvPr id="0" name=""/>
        <dsp:cNvSpPr/>
      </dsp:nvSpPr>
      <dsp:spPr>
        <a:xfrm>
          <a:off x="4914987" y="1493021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Incentives : free refills  for first month .</a:t>
          </a:r>
        </a:p>
      </dsp:txBody>
      <dsp:txXfrm>
        <a:off x="4914987" y="1493021"/>
        <a:ext cx="1777537" cy="754106"/>
      </dsp:txXfrm>
    </dsp:sp>
    <dsp:sp modelId="{69BCD13F-0FA4-447D-B6A8-7BD2C634FBB5}">
      <dsp:nvSpPr>
        <dsp:cNvPr id="0" name=""/>
        <dsp:cNvSpPr/>
      </dsp:nvSpPr>
      <dsp:spPr>
        <a:xfrm>
          <a:off x="7002247" y="1493021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6200A-CD38-4020-8295-84CD14257777}">
      <dsp:nvSpPr>
        <dsp:cNvPr id="0" name=""/>
        <dsp:cNvSpPr/>
      </dsp:nvSpPr>
      <dsp:spPr>
        <a:xfrm>
          <a:off x="7160609" y="1651384"/>
          <a:ext cx="437381" cy="43738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0335E-EB3E-40B1-AA7E-AFC7F7452666}">
      <dsp:nvSpPr>
        <dsp:cNvPr id="0" name=""/>
        <dsp:cNvSpPr/>
      </dsp:nvSpPr>
      <dsp:spPr>
        <a:xfrm>
          <a:off x="7917948" y="1493021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-Direct-to- consumer via website /app.</a:t>
          </a:r>
        </a:p>
      </dsp:txBody>
      <dsp:txXfrm>
        <a:off x="7917948" y="1493021"/>
        <a:ext cx="1777537" cy="754106"/>
      </dsp:txXfrm>
    </dsp:sp>
    <dsp:sp modelId="{A5EE8995-96EE-4A36-908F-3E71517C2879}">
      <dsp:nvSpPr>
        <dsp:cNvPr id="0" name=""/>
        <dsp:cNvSpPr/>
      </dsp:nvSpPr>
      <dsp:spPr>
        <a:xfrm>
          <a:off x="996326" y="2882953"/>
          <a:ext cx="754106" cy="7541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016B9-4204-4522-AE91-30EAC9838C3B}">
      <dsp:nvSpPr>
        <dsp:cNvPr id="0" name=""/>
        <dsp:cNvSpPr/>
      </dsp:nvSpPr>
      <dsp:spPr>
        <a:xfrm>
          <a:off x="1154688" y="3041316"/>
          <a:ext cx="437381" cy="43738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32810-D319-43F0-ABD3-CB48E7C1C3E4}">
      <dsp:nvSpPr>
        <dsp:cNvPr id="0" name=""/>
        <dsp:cNvSpPr/>
      </dsp:nvSpPr>
      <dsp:spPr>
        <a:xfrm>
          <a:off x="1912027" y="2882953"/>
          <a:ext cx="1777537" cy="754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-Retail partnerships (eco-stores,gyms).</a:t>
          </a:r>
        </a:p>
      </dsp:txBody>
      <dsp:txXfrm>
        <a:off x="1912027" y="2882953"/>
        <a:ext cx="1777537" cy="7541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D6ED5-4299-4449-9F67-3736239F0437}">
      <dsp:nvSpPr>
        <dsp:cNvPr id="0" name=""/>
        <dsp:cNvSpPr/>
      </dsp:nvSpPr>
      <dsp:spPr>
        <a:xfrm>
          <a:off x="3132" y="130567"/>
          <a:ext cx="2485010" cy="34790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741" tIns="330200" rIns="19374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1 (0-3 months ):Develop Prototy[e app &amp; Website , secure first partners .</a:t>
          </a:r>
        </a:p>
      </dsp:txBody>
      <dsp:txXfrm>
        <a:off x="3132" y="1452593"/>
        <a:ext cx="2485010" cy="2087409"/>
      </dsp:txXfrm>
    </dsp:sp>
    <dsp:sp modelId="{59684514-944E-461D-86E7-A50B0D5F707A}">
      <dsp:nvSpPr>
        <dsp:cNvPr id="0" name=""/>
        <dsp:cNvSpPr/>
      </dsp:nvSpPr>
      <dsp:spPr>
        <a:xfrm>
          <a:off x="723785" y="478468"/>
          <a:ext cx="1043704" cy="104370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371" tIns="12700" rIns="8137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76632" y="631315"/>
        <a:ext cx="738010" cy="738010"/>
      </dsp:txXfrm>
    </dsp:sp>
    <dsp:sp modelId="{7EE32BB7-7FCE-4EAB-AEFF-188D3194FD2C}">
      <dsp:nvSpPr>
        <dsp:cNvPr id="0" name=""/>
        <dsp:cNvSpPr/>
      </dsp:nvSpPr>
      <dsp:spPr>
        <a:xfrm>
          <a:off x="3132" y="3609510"/>
          <a:ext cx="2485010" cy="72"/>
        </a:xfrm>
        <a:prstGeom prst="rect">
          <a:avLst/>
        </a:prstGeom>
        <a:solidFill>
          <a:schemeClr val="accent2">
            <a:hueOff val="-58173"/>
            <a:satOff val="-499"/>
            <a:lumOff val="-3305"/>
            <a:alphaOff val="0"/>
          </a:schemeClr>
        </a:solidFill>
        <a:ln w="12700" cap="flat" cmpd="sng" algn="ctr">
          <a:solidFill>
            <a:schemeClr val="accent2">
              <a:hueOff val="-58173"/>
              <a:satOff val="-499"/>
              <a:lumOff val="-3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304D4-AA5D-4CC1-9E08-600BC653ED2C}">
      <dsp:nvSpPr>
        <dsp:cNvPr id="0" name=""/>
        <dsp:cNvSpPr/>
      </dsp:nvSpPr>
      <dsp:spPr>
        <a:xfrm>
          <a:off x="2736644" y="130567"/>
          <a:ext cx="2485010" cy="3479015"/>
        </a:xfrm>
        <a:prstGeom prst="rect">
          <a:avLst/>
        </a:prstGeom>
        <a:solidFill>
          <a:schemeClr val="accent2">
            <a:tint val="40000"/>
            <a:alpha val="90000"/>
            <a:hueOff val="-104898"/>
            <a:satOff val="-3213"/>
            <a:lumOff val="-17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4898"/>
              <a:satOff val="-3213"/>
              <a:lumOff val="-17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741" tIns="330200" rIns="19374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 2(4 - 6 months) : Launch pilot program in Berlin with 10 Refill stations .</a:t>
          </a:r>
        </a:p>
      </dsp:txBody>
      <dsp:txXfrm>
        <a:off x="2736644" y="1452593"/>
        <a:ext cx="2485010" cy="2087409"/>
      </dsp:txXfrm>
    </dsp:sp>
    <dsp:sp modelId="{BE313E2B-C9D9-46D7-899B-1EFA22945C80}">
      <dsp:nvSpPr>
        <dsp:cNvPr id="0" name=""/>
        <dsp:cNvSpPr/>
      </dsp:nvSpPr>
      <dsp:spPr>
        <a:xfrm>
          <a:off x="3457297" y="478468"/>
          <a:ext cx="1043704" cy="1043704"/>
        </a:xfrm>
        <a:prstGeom prst="ellipse">
          <a:avLst/>
        </a:prstGeom>
        <a:solidFill>
          <a:schemeClr val="accent2">
            <a:hueOff val="-116347"/>
            <a:satOff val="-997"/>
            <a:lumOff val="-6611"/>
            <a:alphaOff val="0"/>
          </a:schemeClr>
        </a:solidFill>
        <a:ln w="12700" cap="flat" cmpd="sng" algn="ctr">
          <a:solidFill>
            <a:schemeClr val="accent2">
              <a:hueOff val="-116347"/>
              <a:satOff val="-997"/>
              <a:lumOff val="-66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371" tIns="12700" rIns="8137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10144" y="631315"/>
        <a:ext cx="738010" cy="738010"/>
      </dsp:txXfrm>
    </dsp:sp>
    <dsp:sp modelId="{F255649C-6CFB-4677-93FB-0F85B6EAD557}">
      <dsp:nvSpPr>
        <dsp:cNvPr id="0" name=""/>
        <dsp:cNvSpPr/>
      </dsp:nvSpPr>
      <dsp:spPr>
        <a:xfrm>
          <a:off x="2736644" y="3609510"/>
          <a:ext cx="2485010" cy="72"/>
        </a:xfrm>
        <a:prstGeom prst="rect">
          <a:avLst/>
        </a:prstGeom>
        <a:solidFill>
          <a:schemeClr val="accent2">
            <a:hueOff val="-174520"/>
            <a:satOff val="-1496"/>
            <a:lumOff val="-9916"/>
            <a:alphaOff val="0"/>
          </a:schemeClr>
        </a:solidFill>
        <a:ln w="12700" cap="flat" cmpd="sng" algn="ctr">
          <a:solidFill>
            <a:schemeClr val="accent2">
              <a:hueOff val="-174520"/>
              <a:satOff val="-1496"/>
              <a:lumOff val="-99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A77AC-DDD0-464D-AD30-802E89E01AF6}">
      <dsp:nvSpPr>
        <dsp:cNvPr id="0" name=""/>
        <dsp:cNvSpPr/>
      </dsp:nvSpPr>
      <dsp:spPr>
        <a:xfrm>
          <a:off x="5470156" y="130567"/>
          <a:ext cx="2485010" cy="3479015"/>
        </a:xfrm>
        <a:prstGeom prst="rect">
          <a:avLst/>
        </a:prstGeom>
        <a:solidFill>
          <a:schemeClr val="accent2">
            <a:tint val="40000"/>
            <a:alpha val="90000"/>
            <a:hueOff val="-209797"/>
            <a:satOff val="-6425"/>
            <a:lumOff val="-34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09797"/>
              <a:satOff val="-6425"/>
              <a:lumOff val="-34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741" tIns="330200" rIns="19374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 3(6 –12 months ) :Expand to other German cities .</a:t>
          </a:r>
        </a:p>
      </dsp:txBody>
      <dsp:txXfrm>
        <a:off x="5470156" y="1452593"/>
        <a:ext cx="2485010" cy="2087409"/>
      </dsp:txXfrm>
    </dsp:sp>
    <dsp:sp modelId="{5C985740-F113-42A3-B53F-C9DFBBE010C8}">
      <dsp:nvSpPr>
        <dsp:cNvPr id="0" name=""/>
        <dsp:cNvSpPr/>
      </dsp:nvSpPr>
      <dsp:spPr>
        <a:xfrm>
          <a:off x="6190809" y="478468"/>
          <a:ext cx="1043704" cy="1043704"/>
        </a:xfrm>
        <a:prstGeom prst="ellipse">
          <a:avLst/>
        </a:prstGeom>
        <a:solidFill>
          <a:schemeClr val="accent2">
            <a:hueOff val="-232693"/>
            <a:satOff val="-1994"/>
            <a:lumOff val="-13221"/>
            <a:alphaOff val="0"/>
          </a:schemeClr>
        </a:solidFill>
        <a:ln w="12700" cap="flat" cmpd="sng" algn="ctr">
          <a:solidFill>
            <a:schemeClr val="accent2">
              <a:hueOff val="-232693"/>
              <a:satOff val="-1994"/>
              <a:lumOff val="-13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371" tIns="12700" rIns="8137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343656" y="631315"/>
        <a:ext cx="738010" cy="738010"/>
      </dsp:txXfrm>
    </dsp:sp>
    <dsp:sp modelId="{6D6AFA41-9CFD-47CE-8582-443870CCEFFC}">
      <dsp:nvSpPr>
        <dsp:cNvPr id="0" name=""/>
        <dsp:cNvSpPr/>
      </dsp:nvSpPr>
      <dsp:spPr>
        <a:xfrm>
          <a:off x="5470156" y="3609510"/>
          <a:ext cx="2485010" cy="72"/>
        </a:xfrm>
        <a:prstGeom prst="rect">
          <a:avLst/>
        </a:prstGeom>
        <a:solidFill>
          <a:schemeClr val="accent2">
            <a:hueOff val="-290866"/>
            <a:satOff val="-2493"/>
            <a:lumOff val="-16526"/>
            <a:alphaOff val="0"/>
          </a:schemeClr>
        </a:solidFill>
        <a:ln w="12700" cap="flat" cmpd="sng" algn="ctr">
          <a:solidFill>
            <a:schemeClr val="accent2">
              <a:hueOff val="-290866"/>
              <a:satOff val="-2493"/>
              <a:lumOff val="-165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B8559-E610-4858-B916-34F8F9200D24}">
      <dsp:nvSpPr>
        <dsp:cNvPr id="0" name=""/>
        <dsp:cNvSpPr/>
      </dsp:nvSpPr>
      <dsp:spPr>
        <a:xfrm>
          <a:off x="8203668" y="130567"/>
          <a:ext cx="2485010" cy="3479015"/>
        </a:xfrm>
        <a:prstGeom prst="rect">
          <a:avLst/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741" tIns="330200" rIns="19374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 4 (Year 2+): scale across major European cities</a:t>
          </a:r>
        </a:p>
      </dsp:txBody>
      <dsp:txXfrm>
        <a:off x="8203668" y="1452593"/>
        <a:ext cx="2485010" cy="2087409"/>
      </dsp:txXfrm>
    </dsp:sp>
    <dsp:sp modelId="{326A0536-D2F3-4024-BCB7-5C645EB32BDA}">
      <dsp:nvSpPr>
        <dsp:cNvPr id="0" name=""/>
        <dsp:cNvSpPr/>
      </dsp:nvSpPr>
      <dsp:spPr>
        <a:xfrm>
          <a:off x="8924321" y="478468"/>
          <a:ext cx="1043704" cy="1043704"/>
        </a:xfrm>
        <a:prstGeom prst="ellipse">
          <a:avLst/>
        </a:prstGeom>
        <a:solidFill>
          <a:schemeClr val="accent2">
            <a:hueOff val="-349040"/>
            <a:satOff val="-2991"/>
            <a:lumOff val="-19832"/>
            <a:alphaOff val="0"/>
          </a:schemeClr>
        </a:solidFill>
        <a:ln w="12700" cap="flat" cmpd="sng" algn="ctr">
          <a:solidFill>
            <a:schemeClr val="accent2">
              <a:hueOff val="-349040"/>
              <a:satOff val="-2991"/>
              <a:lumOff val="-198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371" tIns="12700" rIns="8137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077168" y="631315"/>
        <a:ext cx="738010" cy="738010"/>
      </dsp:txXfrm>
    </dsp:sp>
    <dsp:sp modelId="{8A320A10-ADB1-43E4-9124-4E399FD44774}">
      <dsp:nvSpPr>
        <dsp:cNvPr id="0" name=""/>
        <dsp:cNvSpPr/>
      </dsp:nvSpPr>
      <dsp:spPr>
        <a:xfrm>
          <a:off x="8203668" y="3609510"/>
          <a:ext cx="2485010" cy="72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0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2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4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4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2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7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3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3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2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52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6968" y="914400"/>
            <a:ext cx="6627924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Eco Drop</a:t>
            </a:r>
          </a:p>
        </p:txBody>
      </p:sp>
      <p:pic>
        <p:nvPicPr>
          <p:cNvPr id="20" name="Picture 19" descr="Water droplets falling from leaf">
            <a:extLst>
              <a:ext uri="{FF2B5EF4-FFF2-40B4-BE49-F238E27FC236}">
                <a16:creationId xmlns:a16="http://schemas.microsoft.com/office/drawing/2014/main" id="{55DC0F0C-86ED-4951-2451-874F83321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54" r="21371" b="-6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Project Topic : Eco drop – smart Sustainable water Bottling  &amp; Refill </a:t>
            </a:r>
            <a:r>
              <a:rPr lang="en-US"/>
              <a:t>staion</a:t>
            </a:r>
            <a:r>
              <a:rPr lang="en-US" dirty="0"/>
              <a:t> 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Relevance : Tackling the global plastic waste crisis caused by single –use plastic bottles 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Vision : To create a circular ,eco- friendly hydration system that reduces plastic waste while making clean drinking water more </a:t>
            </a:r>
            <a:r>
              <a:rPr lang="en-US"/>
              <a:t>accessible </a:t>
            </a:r>
            <a:br>
              <a:rPr lang="en-US" dirty="0"/>
            </a:b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F9E81-136A-1AB8-99C3-3415089E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1AAE3-0185-A57B-C4EA-3390F584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94" r="29271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7815-5AD5-FBAB-ED3F-3FF3C6E37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The problem</a:t>
            </a:r>
          </a:p>
          <a:p>
            <a:pPr marL="0" indent="0">
              <a:buNone/>
            </a:pPr>
            <a:r>
              <a:rPr lang="en-US" dirty="0"/>
              <a:t>    -1.3 billion plastic bottles are sold everyday world wide .</a:t>
            </a:r>
          </a:p>
          <a:p>
            <a:pPr marL="0" indent="0">
              <a:buNone/>
            </a:pPr>
            <a:r>
              <a:rPr lang="en-US" dirty="0"/>
              <a:t>    -less than 30% are recycled ; the rest end up in landfill or oceans .</a:t>
            </a:r>
          </a:p>
          <a:p>
            <a:pPr marL="0" indent="0">
              <a:buNone/>
            </a:pPr>
            <a:r>
              <a:rPr lang="en-US" dirty="0"/>
              <a:t>     - consumers want sustainable alternatives but lack convenient solutions .</a:t>
            </a:r>
          </a:p>
          <a:p>
            <a:r>
              <a:rPr lang="en-US" dirty="0"/>
              <a:t>  Market Gap:</a:t>
            </a:r>
          </a:p>
          <a:p>
            <a:pPr marL="0" indent="0">
              <a:buNone/>
            </a:pPr>
            <a:r>
              <a:rPr lang="en-US" dirty="0"/>
              <a:t>        - Lack of affordable ,scalable ,and user-friendly refill infrastructure in urban areas          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77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8F0A1-8CD0-60FF-C4D2-7531FAA6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dirty="0"/>
              <a:t>Market research</a:t>
            </a:r>
          </a:p>
        </p:txBody>
      </p:sp>
      <p:pic>
        <p:nvPicPr>
          <p:cNvPr id="29" name="Picture 28" descr="Giraffe in the grass">
            <a:extLst>
              <a:ext uri="{FF2B5EF4-FFF2-40B4-BE49-F238E27FC236}">
                <a16:creationId xmlns:a16="http://schemas.microsoft.com/office/drawing/2014/main" id="{698F0972-BC9E-5493-43EA-0EA11BECD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0" r="35864" b="-1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86F59-0E7E-4836-3F1D-9B9929639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Target Audience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      -</a:t>
            </a:r>
            <a:r>
              <a:rPr lang="en-US" sz="1700" err="1"/>
              <a:t>Enviromentally</a:t>
            </a:r>
            <a:r>
              <a:rPr lang="en-US" sz="1700"/>
              <a:t> </a:t>
            </a:r>
            <a:r>
              <a:rPr lang="en-US" sz="1700" err="1"/>
              <a:t>consious</a:t>
            </a:r>
            <a:r>
              <a:rPr lang="en-US" sz="1700"/>
              <a:t> consumers ,urban commuters ,students , and tourists.</a:t>
            </a:r>
          </a:p>
          <a:p>
            <a:pPr>
              <a:lnSpc>
                <a:spcPct val="100000"/>
              </a:lnSpc>
            </a:pPr>
            <a:r>
              <a:rPr lang="en-US" sz="1700"/>
              <a:t>Industry Trends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      -Growing demand for sustainable packaging &amp; Zero-waste products.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      - EU plastic bans &amp; sustainability regulations .</a:t>
            </a:r>
          </a:p>
          <a:p>
            <a:pPr marL="342900" indent="-342900">
              <a:lnSpc>
                <a:spcPct val="100000"/>
              </a:lnSpc>
            </a:pPr>
            <a:r>
              <a:rPr lang="en-US" sz="1700"/>
              <a:t>Competitor Analysis: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       - Brands like SodaStream and refill initiatives exist ,but they are localized and not digitally </a:t>
            </a:r>
            <a:r>
              <a:rPr lang="en-US" sz="1700" err="1"/>
              <a:t>intergrated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69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7546-4C63-7E9C-6890-987CDC18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B45B-4458-A8AC-36E7-3E35304C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Consumer Needs:</a:t>
            </a:r>
          </a:p>
          <a:p>
            <a:pPr marL="0" indent="0">
              <a:buNone/>
            </a:pPr>
            <a:r>
              <a:rPr lang="en-US" dirty="0"/>
              <a:t>    - affordable access  to clean water.</a:t>
            </a:r>
          </a:p>
          <a:p>
            <a:pPr marL="0" indent="0">
              <a:buNone/>
            </a:pPr>
            <a:r>
              <a:rPr lang="en-US" dirty="0"/>
              <a:t>     -Convenient refill points connected via mobile apps .</a:t>
            </a:r>
          </a:p>
        </p:txBody>
      </p:sp>
    </p:spTree>
    <p:extLst>
      <p:ext uri="{BB962C8B-B14F-4D97-AF65-F5344CB8AC3E}">
        <p14:creationId xmlns:p14="http://schemas.microsoft.com/office/powerpoint/2010/main" val="246134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19430-FDE3-1BDB-3DEB-C2F37A19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Solutions(</a:t>
            </a:r>
            <a:r>
              <a:rPr lang="en-US" dirty="0" err="1"/>
              <a:t>ecodrop</a:t>
            </a:r>
            <a:r>
              <a:rPr lang="en-US" dirty="0"/>
              <a:t> product / service)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51E3-B01A-4AA6-B22D-24F1BBC38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Our solutions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   -A network of smart water refill station across European cities.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   - </a:t>
            </a:r>
            <a:r>
              <a:rPr lang="en-US" sz="1700" err="1"/>
              <a:t>EcoDrop</a:t>
            </a:r>
            <a:r>
              <a:rPr lang="en-US" sz="1700"/>
              <a:t> mobile app &amp; Website to locate nearby stations , track water usage , and earn eco-rewards.</a:t>
            </a:r>
          </a:p>
          <a:p>
            <a:pPr marL="342900" indent="-342900">
              <a:lnSpc>
                <a:spcPct val="100000"/>
              </a:lnSpc>
            </a:pPr>
            <a:r>
              <a:rPr lang="en-US" sz="1700"/>
              <a:t>Unique features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-Subscription – based reusable smart bottle with  QR/NFC scan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-Gamification : users earn points for every refill.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-Real-time data analytics on plastic savings .</a:t>
            </a:r>
          </a:p>
        </p:txBody>
      </p:sp>
      <p:pic>
        <p:nvPicPr>
          <p:cNvPr id="15" name="Picture 14" descr="Abstract background of blue and water droplets">
            <a:extLst>
              <a:ext uri="{FF2B5EF4-FFF2-40B4-BE49-F238E27FC236}">
                <a16:creationId xmlns:a16="http://schemas.microsoft.com/office/drawing/2014/main" id="{92AAB39F-4DC8-AEF1-2DDB-12DDEFB0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0" r="18052" b="-10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3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6A580-1DB2-DAA7-982A-A23D962E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Solutions(</a:t>
            </a:r>
            <a:r>
              <a:rPr lang="en-US" dirty="0" err="1"/>
              <a:t>Ecodrop</a:t>
            </a:r>
            <a:r>
              <a:rPr lang="en-US" dirty="0"/>
              <a:t> product/service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D7BE7-2635-42EE-15E4-133116B34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Prototype </a:t>
            </a:r>
            <a:r>
              <a:rPr lang="en-US" dirty="0" err="1"/>
              <a:t>Demostration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    - show Eco Drop website -&gt;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1BA568-B6C0-C288-4A0F-E8BE13FB6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0" r="30038" b="9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9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4623B05-BA87-7759-BF59-28CAC6F95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en-US" dirty="0"/>
              <a:t>Business model 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95BB6F1-05B9-E9B6-6879-D2170EF0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Revenue streams :</a:t>
            </a:r>
          </a:p>
          <a:p>
            <a:pPr marL="0" indent="0">
              <a:buNone/>
            </a:pPr>
            <a:r>
              <a:rPr lang="en-US"/>
              <a:t>     1. subscription fee for smart bottles($ 5/month).</a:t>
            </a:r>
          </a:p>
          <a:p>
            <a:pPr marL="0" indent="0">
              <a:buNone/>
            </a:pPr>
            <a:r>
              <a:rPr lang="en-US"/>
              <a:t>      2.partnership with </a:t>
            </a:r>
            <a:r>
              <a:rPr lang="en-US" err="1"/>
              <a:t>cafés,gym</a:t>
            </a:r>
            <a:r>
              <a:rPr lang="en-US"/>
              <a:t> ,and public places hosting refill stations .</a:t>
            </a:r>
          </a:p>
          <a:p>
            <a:pPr marL="0" indent="0">
              <a:buNone/>
            </a:pPr>
            <a:r>
              <a:rPr lang="en-US"/>
              <a:t>      3. Eco-brand sponsorships  &amp; in-app advertising .</a:t>
            </a:r>
          </a:p>
          <a:p>
            <a:pPr marL="342900" indent="-342900"/>
            <a:r>
              <a:rPr lang="en-US"/>
              <a:t>Value proposition :Affordable ,eco-friendly , and rewarding hydration .</a:t>
            </a:r>
          </a:p>
          <a:p>
            <a:pPr marL="342900" indent="-342900"/>
            <a:r>
              <a:rPr lang="en-US"/>
              <a:t>Cost structure :</a:t>
            </a:r>
          </a:p>
          <a:p>
            <a:pPr marL="0" indent="0">
              <a:buNone/>
            </a:pPr>
            <a:r>
              <a:rPr lang="en-US"/>
              <a:t>  - Hardware (Stations &amp; bottles )</a:t>
            </a:r>
          </a:p>
          <a:p>
            <a:pPr marL="0" indent="0">
              <a:buNone/>
            </a:pPr>
            <a:r>
              <a:rPr lang="en-US"/>
              <a:t>  - app development &amp; maintenance .</a:t>
            </a:r>
          </a:p>
          <a:p>
            <a:pPr marL="0" indent="0">
              <a:buNone/>
            </a:pPr>
            <a:r>
              <a:rPr lang="en-US"/>
              <a:t>   - Marketing &amp; operations </a:t>
            </a:r>
          </a:p>
        </p:txBody>
      </p:sp>
    </p:spTree>
    <p:extLst>
      <p:ext uri="{BB962C8B-B14F-4D97-AF65-F5344CB8AC3E}">
        <p14:creationId xmlns:p14="http://schemas.microsoft.com/office/powerpoint/2010/main" val="388919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43EAB-DDD9-797F-A6CA-47ABE624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Marketing&amp; sales strategy 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EBAC96-94CD-7E41-D988-7E12CD576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345605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480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25D01-91CF-C846-3B20-7E0BB199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US" dirty="0"/>
              <a:t>Financial plan 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951F8B3-FD32-448B-FB2A-C88317CB7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Startup cost :$150,000 (app , prototype  stations ,operations)</a:t>
            </a:r>
          </a:p>
          <a:p>
            <a:r>
              <a:rPr lang="en-US"/>
              <a:t>Revenue Forecast(Year 1): </a:t>
            </a:r>
          </a:p>
          <a:p>
            <a:pPr marL="0" indent="0">
              <a:buNone/>
            </a:pPr>
            <a:r>
              <a:rPr lang="en-US"/>
              <a:t>   -2,000 subscribers * $5/month =$120,000.</a:t>
            </a:r>
          </a:p>
          <a:p>
            <a:pPr marL="0" indent="0">
              <a:buNone/>
            </a:pPr>
            <a:r>
              <a:rPr lang="en-US"/>
              <a:t>   -partnership &amp; ads = $30,000.</a:t>
            </a:r>
          </a:p>
          <a:p>
            <a:pPr marL="0" indent="0">
              <a:buNone/>
            </a:pPr>
            <a:r>
              <a:rPr lang="en-US"/>
              <a:t>   -Total : $150,000 ( </a:t>
            </a:r>
            <a:r>
              <a:rPr lang="en-US" err="1"/>
              <a:t>breakven</a:t>
            </a:r>
            <a:r>
              <a:rPr lang="en-US"/>
              <a:t> by end of year 1).</a:t>
            </a:r>
          </a:p>
          <a:p>
            <a:pPr marL="342900" indent="-342900"/>
            <a:r>
              <a:rPr lang="en-US"/>
              <a:t>Funding Needs : $ 200,000 seed investment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1" name="Picture 30" descr="Office building overlayed with stock market graphs">
            <a:extLst>
              <a:ext uri="{FF2B5EF4-FFF2-40B4-BE49-F238E27FC236}">
                <a16:creationId xmlns:a16="http://schemas.microsoft.com/office/drawing/2014/main" id="{CA30CCB1-0BDC-C195-326C-3D15F93B4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36" r="8245" b="9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69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1B81A-93ED-B529-D29C-AAC38014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Implementation Time line 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5E8013-3CA1-1D8F-C39E-F94F54102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59124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066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0BAF72-0529-C076-4884-A9A95C3F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en-US" dirty="0"/>
              <a:t>Conclusion &amp;</a:t>
            </a:r>
            <a:r>
              <a:rPr lang="en-US" dirty="0" err="1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3418-F778-EF95-3FCE-25EFA706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Summary : Eco Drop is a sustainable , tech – driven solutions to eliminate single – use plastic bottles.</a:t>
            </a:r>
          </a:p>
          <a:p>
            <a:r>
              <a:rPr lang="en-US" dirty="0"/>
              <a:t>Potential : Scalable across Europe ,supports green regulations , and fosters eco-conscious habits.</a:t>
            </a:r>
          </a:p>
          <a:p>
            <a:r>
              <a:rPr lang="en-US" dirty="0"/>
              <a:t>Closing line :"With Eco drop ,Every refill counts towards greener future ."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                 Q &amp; A</a:t>
            </a:r>
          </a:p>
        </p:txBody>
      </p:sp>
    </p:spTree>
    <p:extLst>
      <p:ext uri="{BB962C8B-B14F-4D97-AF65-F5344CB8AC3E}">
        <p14:creationId xmlns:p14="http://schemas.microsoft.com/office/powerpoint/2010/main" val="36627673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ChronicleVTI</vt:lpstr>
      <vt:lpstr>Eco Drop</vt:lpstr>
      <vt:lpstr>Problem statement </vt:lpstr>
      <vt:lpstr>Market research</vt:lpstr>
      <vt:lpstr>Market research</vt:lpstr>
      <vt:lpstr>Solutions(ecodrop product / service)</vt:lpstr>
      <vt:lpstr>Solutions(Ecodrop product/service</vt:lpstr>
      <vt:lpstr>Business model </vt:lpstr>
      <vt:lpstr>Marketing&amp; sales strategy </vt:lpstr>
      <vt:lpstr>Financial plan </vt:lpstr>
      <vt:lpstr>Implementation Time line </vt:lpstr>
      <vt:lpstr>Conclusion &amp;q&amp;a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543</cp:revision>
  <dcterms:created xsi:type="dcterms:W3CDTF">2025-09-18T18:33:34Z</dcterms:created>
  <dcterms:modified xsi:type="dcterms:W3CDTF">2025-09-18T19:54:18Z</dcterms:modified>
</cp:coreProperties>
</file>